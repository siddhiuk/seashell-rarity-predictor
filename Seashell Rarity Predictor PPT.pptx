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2" r:id="rId4"/>
    <p:sldMasterId id="2147483673"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y="5143500" cx="9144000"/>
  <p:notesSz cx="6858000" cy="9144000"/>
  <p:embeddedFontLst>
    <p:embeddedFont>
      <p:font typeface="Play"/>
      <p:regular r:id="rId19"/>
      <p:bold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588">
          <p15:clr>
            <a:srgbClr val="A4A3A4"/>
          </p15:clr>
        </p15:guide>
        <p15:guide id="2" pos="144">
          <p15:clr>
            <a:srgbClr val="A4A3A4"/>
          </p15:clr>
        </p15:guide>
        <p15:guide id="3" orient="horz" pos="8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588" orient="horz"/>
        <p:guide pos="144"/>
        <p:guide pos="852"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Play-bold.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font" Target="fonts/Play-regular.fntdata"/><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3" name="Google Shape;16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28600" lvl="0" marL="457200" marR="0" rtl="0" algn="l">
              <a:lnSpc>
                <a:spcPct val="100000"/>
              </a:lnSpc>
              <a:spcBef>
                <a:spcPts val="0"/>
              </a:spcBef>
              <a:spcAft>
                <a:spcPts val="0"/>
              </a:spcAft>
              <a:buClr>
                <a:srgbClr val="000000"/>
              </a:buClr>
              <a:buSzPts val="11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p2:notes"/>
          <p:cNvSpPr/>
          <p:nvPr>
            <p:ph idx="2" type="sldImg"/>
          </p:nvPr>
        </p:nvSpPr>
        <p:spPr>
          <a:xfrm>
            <a:off x="533400" y="763588"/>
            <a:ext cx="6704013" cy="37719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58750" rtl="0" algn="l">
              <a:lnSpc>
                <a:spcPct val="100000"/>
              </a:lnSpc>
              <a:spcBef>
                <a:spcPts val="0"/>
              </a:spcBef>
              <a:spcAft>
                <a:spcPts val="0"/>
              </a:spcAft>
              <a:buSzPts val="1100"/>
              <a:buNone/>
            </a:pPr>
            <a:r>
              <a:t/>
            </a:r>
            <a:endParaRPr b="1"/>
          </a:p>
        </p:txBody>
      </p:sp>
      <p:sp>
        <p:nvSpPr>
          <p:cNvPr id="220" name="Google Shape;220;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6" name="Shape 326"/>
        <p:cNvGrpSpPr/>
        <p:nvPr/>
      </p:nvGrpSpPr>
      <p:grpSpPr>
        <a:xfrm>
          <a:off x="0" y="0"/>
          <a:ext cx="0" cy="0"/>
          <a:chOff x="0" y="0"/>
          <a:chExt cx="0" cy="0"/>
        </a:xfrm>
      </p:grpSpPr>
      <p:sp>
        <p:nvSpPr>
          <p:cNvPr id="327" name="Google Shape;32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5" name="Google Shape;335;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13:notes"/>
          <p:cNvSpPr txBox="1"/>
          <p:nvPr>
            <p:ph idx="1" type="body"/>
          </p:nvPr>
        </p:nvSpPr>
        <p:spPr>
          <a:xfrm>
            <a:off x="685800" y="4400640"/>
            <a:ext cx="5486040" cy="36000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Font typeface="Arial"/>
              <a:buNone/>
            </a:pPr>
            <a:r>
              <a:rPr b="0" lang="en-US" sz="2000"/>
              <a:t>thank you very much for joining</a:t>
            </a:r>
            <a:r>
              <a:rPr b="0" lang="en-US"/>
              <a:t> this </a:t>
            </a:r>
            <a:r>
              <a:rPr lang="en-US"/>
              <a:t>PPT</a:t>
            </a:r>
            <a:r>
              <a:rPr b="0" lang="en-US"/>
              <a:t>, keep learning.</a:t>
            </a:r>
            <a:endParaRPr/>
          </a:p>
        </p:txBody>
      </p:sp>
      <p:sp>
        <p:nvSpPr>
          <p:cNvPr id="343" name="Google Shape;343;p13:notes"/>
          <p:cNvSpPr txBox="1"/>
          <p:nvPr/>
        </p:nvSpPr>
        <p:spPr>
          <a:xfrm>
            <a:off x="3884760" y="8685360"/>
            <a:ext cx="2971440" cy="45828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Times New Roman"/>
              <a:ea typeface="Times New Roman"/>
              <a:cs typeface="Times New Roman"/>
              <a:sym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 name="Shape 12"/>
        <p:cNvGrpSpPr/>
        <p:nvPr/>
      </p:nvGrpSpPr>
      <p:grpSpPr>
        <a:xfrm>
          <a:off x="0" y="0"/>
          <a:ext cx="0" cy="0"/>
          <a:chOff x="0" y="0"/>
          <a:chExt cx="0" cy="0"/>
        </a:xfrm>
      </p:grpSpPr>
      <p:sp>
        <p:nvSpPr>
          <p:cNvPr id="13" name="Google Shape;13;p2"/>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 name="Google Shape;14;p2"/>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2"/>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3"/>
          <p:cNvSpPr txBox="1"/>
          <p:nvPr>
            <p:ph type="ctrTitle"/>
          </p:nvPr>
        </p:nvSpPr>
        <p:spPr>
          <a:xfrm>
            <a:off x="1143000" y="841375"/>
            <a:ext cx="6858000" cy="17907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 name="Google Shape;18;p3"/>
          <p:cNvSpPr txBox="1"/>
          <p:nvPr>
            <p:ph idx="1" type="subTitle"/>
          </p:nvPr>
        </p:nvSpPr>
        <p:spPr>
          <a:xfrm>
            <a:off x="1143000" y="2701925"/>
            <a:ext cx="6858000" cy="1241425"/>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9" name="Google Shape;19;p3"/>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3"/>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3"/>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2" name="Shape 22"/>
        <p:cNvGrpSpPr/>
        <p:nvPr/>
      </p:nvGrpSpPr>
      <p:grpSpPr>
        <a:xfrm>
          <a:off x="0" y="0"/>
          <a:ext cx="0" cy="0"/>
          <a:chOff x="0" y="0"/>
          <a:chExt cx="0" cy="0"/>
        </a:xfrm>
      </p:grpSpPr>
      <p:sp>
        <p:nvSpPr>
          <p:cNvPr id="23" name="Google Shape;23;p4"/>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 name="Google Shape;24;p4"/>
          <p:cNvSpPr txBox="1"/>
          <p:nvPr>
            <p:ph idx="1" type="body"/>
          </p:nvPr>
        </p:nvSpPr>
        <p:spPr>
          <a:xfrm>
            <a:off x="628650" y="1370013"/>
            <a:ext cx="7886700" cy="326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5" name="Google Shape;25;p4"/>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4"/>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4"/>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8" name="Shape 28"/>
        <p:cNvGrpSpPr/>
        <p:nvPr/>
      </p:nvGrpSpPr>
      <p:grpSpPr>
        <a:xfrm>
          <a:off x="0" y="0"/>
          <a:ext cx="0" cy="0"/>
          <a:chOff x="0" y="0"/>
          <a:chExt cx="0" cy="0"/>
        </a:xfrm>
      </p:grpSpPr>
      <p:sp>
        <p:nvSpPr>
          <p:cNvPr id="29" name="Google Shape;29;p5"/>
          <p:cNvSpPr txBox="1"/>
          <p:nvPr>
            <p:ph type="title"/>
          </p:nvPr>
        </p:nvSpPr>
        <p:spPr>
          <a:xfrm>
            <a:off x="623888" y="1282700"/>
            <a:ext cx="7886700" cy="21399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0" name="Google Shape;30;p5"/>
          <p:cNvSpPr txBox="1"/>
          <p:nvPr>
            <p:ph idx="1" type="body"/>
          </p:nvPr>
        </p:nvSpPr>
        <p:spPr>
          <a:xfrm>
            <a:off x="623888" y="3441700"/>
            <a:ext cx="7886700" cy="112553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1" name="Google Shape;31;p5"/>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5"/>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5"/>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4" name="Shape 34"/>
        <p:cNvGrpSpPr/>
        <p:nvPr/>
      </p:nvGrpSpPr>
      <p:grpSpPr>
        <a:xfrm>
          <a:off x="0" y="0"/>
          <a:ext cx="0" cy="0"/>
          <a:chOff x="0" y="0"/>
          <a:chExt cx="0" cy="0"/>
        </a:xfrm>
      </p:grpSpPr>
      <p:sp>
        <p:nvSpPr>
          <p:cNvPr id="35" name="Google Shape;35;p6"/>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6" name="Google Shape;36;p6"/>
          <p:cNvSpPr txBox="1"/>
          <p:nvPr>
            <p:ph idx="1" type="body"/>
          </p:nvPr>
        </p:nvSpPr>
        <p:spPr>
          <a:xfrm>
            <a:off x="628650" y="1370013"/>
            <a:ext cx="3867150" cy="326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6"/>
          <p:cNvSpPr txBox="1"/>
          <p:nvPr>
            <p:ph idx="2" type="body"/>
          </p:nvPr>
        </p:nvSpPr>
        <p:spPr>
          <a:xfrm>
            <a:off x="4648200" y="1370013"/>
            <a:ext cx="3867150" cy="3262312"/>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8" name="Google Shape;38;p6"/>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6"/>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6"/>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1" name="Shape 41"/>
        <p:cNvGrpSpPr/>
        <p:nvPr/>
      </p:nvGrpSpPr>
      <p:grpSpPr>
        <a:xfrm>
          <a:off x="0" y="0"/>
          <a:ext cx="0" cy="0"/>
          <a:chOff x="0" y="0"/>
          <a:chExt cx="0" cy="0"/>
        </a:xfrm>
      </p:grpSpPr>
      <p:sp>
        <p:nvSpPr>
          <p:cNvPr id="42" name="Google Shape;42;p7"/>
          <p:cNvSpPr txBox="1"/>
          <p:nvPr>
            <p:ph type="title"/>
          </p:nvPr>
        </p:nvSpPr>
        <p:spPr>
          <a:xfrm>
            <a:off x="630238" y="274638"/>
            <a:ext cx="7886700" cy="993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3" name="Google Shape;43;p7"/>
          <p:cNvSpPr txBox="1"/>
          <p:nvPr>
            <p:ph idx="1" type="body"/>
          </p:nvPr>
        </p:nvSpPr>
        <p:spPr>
          <a:xfrm>
            <a:off x="630238" y="1260475"/>
            <a:ext cx="3868737" cy="61912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4" name="Google Shape;44;p7"/>
          <p:cNvSpPr txBox="1"/>
          <p:nvPr>
            <p:ph idx="2" type="body"/>
          </p:nvPr>
        </p:nvSpPr>
        <p:spPr>
          <a:xfrm>
            <a:off x="630238" y="1879600"/>
            <a:ext cx="3868737" cy="27622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7"/>
          <p:cNvSpPr txBox="1"/>
          <p:nvPr>
            <p:ph idx="3" type="body"/>
          </p:nvPr>
        </p:nvSpPr>
        <p:spPr>
          <a:xfrm>
            <a:off x="4629150" y="1260475"/>
            <a:ext cx="3887788" cy="619125"/>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6" name="Google Shape;46;p7"/>
          <p:cNvSpPr txBox="1"/>
          <p:nvPr>
            <p:ph idx="4" type="body"/>
          </p:nvPr>
        </p:nvSpPr>
        <p:spPr>
          <a:xfrm>
            <a:off x="4629150" y="1879600"/>
            <a:ext cx="3887788" cy="276225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7"/>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7"/>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8"/>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8"/>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8"/>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8"/>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5" name="Shape 55"/>
        <p:cNvGrpSpPr/>
        <p:nvPr/>
      </p:nvGrpSpPr>
      <p:grpSpPr>
        <a:xfrm>
          <a:off x="0" y="0"/>
          <a:ext cx="0" cy="0"/>
          <a:chOff x="0" y="0"/>
          <a:chExt cx="0" cy="0"/>
        </a:xfrm>
      </p:grpSpPr>
      <p:sp>
        <p:nvSpPr>
          <p:cNvPr id="56" name="Google Shape;56;p9"/>
          <p:cNvSpPr txBox="1"/>
          <p:nvPr>
            <p:ph type="title"/>
          </p:nvPr>
        </p:nvSpPr>
        <p:spPr>
          <a:xfrm>
            <a:off x="630238" y="342900"/>
            <a:ext cx="2949575"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7" name="Google Shape;57;p9"/>
          <p:cNvSpPr txBox="1"/>
          <p:nvPr>
            <p:ph idx="1" type="body"/>
          </p:nvPr>
        </p:nvSpPr>
        <p:spPr>
          <a:xfrm>
            <a:off x="3887788" y="741363"/>
            <a:ext cx="4629150" cy="36544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8" name="Google Shape;58;p9"/>
          <p:cNvSpPr txBox="1"/>
          <p:nvPr>
            <p:ph idx="2" type="body"/>
          </p:nvPr>
        </p:nvSpPr>
        <p:spPr>
          <a:xfrm>
            <a:off x="630238" y="1543050"/>
            <a:ext cx="2949575" cy="28590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9" name="Google Shape;59;p9"/>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9"/>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1" name="Google Shape;61;p9"/>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2" name="Shape 62"/>
        <p:cNvGrpSpPr/>
        <p:nvPr/>
      </p:nvGrpSpPr>
      <p:grpSpPr>
        <a:xfrm>
          <a:off x="0" y="0"/>
          <a:ext cx="0" cy="0"/>
          <a:chOff x="0" y="0"/>
          <a:chExt cx="0" cy="0"/>
        </a:xfrm>
      </p:grpSpPr>
      <p:sp>
        <p:nvSpPr>
          <p:cNvPr id="63" name="Google Shape;63;p10"/>
          <p:cNvSpPr txBox="1"/>
          <p:nvPr>
            <p:ph type="title"/>
          </p:nvPr>
        </p:nvSpPr>
        <p:spPr>
          <a:xfrm>
            <a:off x="630238" y="342900"/>
            <a:ext cx="2949575" cy="120015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4" name="Google Shape;64;p10"/>
          <p:cNvSpPr/>
          <p:nvPr>
            <p:ph idx="2" type="pic"/>
          </p:nvPr>
        </p:nvSpPr>
        <p:spPr>
          <a:xfrm>
            <a:off x="3887788" y="741363"/>
            <a:ext cx="4629150" cy="3654425"/>
          </a:xfrm>
          <a:prstGeom prst="rect">
            <a:avLst/>
          </a:prstGeom>
          <a:noFill/>
          <a:ln>
            <a:noFill/>
          </a:ln>
        </p:spPr>
      </p:sp>
      <p:sp>
        <p:nvSpPr>
          <p:cNvPr id="65" name="Google Shape;65;p10"/>
          <p:cNvSpPr txBox="1"/>
          <p:nvPr>
            <p:ph idx="1" type="body"/>
          </p:nvPr>
        </p:nvSpPr>
        <p:spPr>
          <a:xfrm>
            <a:off x="630238" y="1543050"/>
            <a:ext cx="2949575" cy="28590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6" name="Google Shape;66;p10"/>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0"/>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10"/>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9" name="Shape 69"/>
        <p:cNvGrpSpPr/>
        <p:nvPr/>
      </p:nvGrpSpPr>
      <p:grpSpPr>
        <a:xfrm>
          <a:off x="0" y="0"/>
          <a:ext cx="0" cy="0"/>
          <a:chOff x="0" y="0"/>
          <a:chExt cx="0" cy="0"/>
        </a:xfrm>
      </p:grpSpPr>
      <p:sp>
        <p:nvSpPr>
          <p:cNvPr id="70" name="Google Shape;70;p11"/>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1"/>
          <p:cNvSpPr txBox="1"/>
          <p:nvPr>
            <p:ph idx="1" type="body"/>
          </p:nvPr>
        </p:nvSpPr>
        <p:spPr>
          <a:xfrm rot="5400000">
            <a:off x="2940844" y="-942181"/>
            <a:ext cx="3262312"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11"/>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11"/>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4" name="Google Shape;74;p11"/>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5" name="Shape 75"/>
        <p:cNvGrpSpPr/>
        <p:nvPr/>
      </p:nvGrpSpPr>
      <p:grpSpPr>
        <a:xfrm>
          <a:off x="0" y="0"/>
          <a:ext cx="0" cy="0"/>
          <a:chOff x="0" y="0"/>
          <a:chExt cx="0" cy="0"/>
        </a:xfrm>
      </p:grpSpPr>
      <p:sp>
        <p:nvSpPr>
          <p:cNvPr id="76" name="Google Shape;76;p12"/>
          <p:cNvSpPr txBox="1"/>
          <p:nvPr>
            <p:ph type="title"/>
          </p:nvPr>
        </p:nvSpPr>
        <p:spPr>
          <a:xfrm rot="5400000">
            <a:off x="5350669" y="1467644"/>
            <a:ext cx="4357687"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12"/>
          <p:cNvSpPr txBox="1"/>
          <p:nvPr>
            <p:ph idx="1" type="body"/>
          </p:nvPr>
        </p:nvSpPr>
        <p:spPr>
          <a:xfrm rot="5400000">
            <a:off x="1331119" y="-427831"/>
            <a:ext cx="4357687" cy="57626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8" name="Google Shape;78;p12"/>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2"/>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0" name="Google Shape;80;p12"/>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algn="r">
              <a:lnSpc>
                <a:spcPct val="100000"/>
              </a:lnSpc>
              <a:spcBef>
                <a:spcPts val="0"/>
              </a:spcBef>
              <a:spcAft>
                <a:spcPts val="0"/>
              </a:spcAft>
              <a:buNone/>
              <a:defRPr/>
            </a:lvl1pPr>
            <a:lvl2pPr indent="0" lvl="1" marL="0" algn="r">
              <a:lnSpc>
                <a:spcPct val="100000"/>
              </a:lnSpc>
              <a:spcBef>
                <a:spcPts val="0"/>
              </a:spcBef>
              <a:spcAft>
                <a:spcPts val="0"/>
              </a:spcAft>
              <a:buNone/>
              <a:defRPr/>
            </a:lvl2pPr>
            <a:lvl3pPr indent="0" lvl="2" marL="0" algn="r">
              <a:lnSpc>
                <a:spcPct val="100000"/>
              </a:lnSpc>
              <a:spcBef>
                <a:spcPts val="0"/>
              </a:spcBef>
              <a:spcAft>
                <a:spcPts val="0"/>
              </a:spcAft>
              <a:buNone/>
              <a:defRPr/>
            </a:lvl3pPr>
            <a:lvl4pPr indent="0" lvl="3" marL="0" algn="r">
              <a:lnSpc>
                <a:spcPct val="100000"/>
              </a:lnSpc>
              <a:spcBef>
                <a:spcPts val="0"/>
              </a:spcBef>
              <a:spcAft>
                <a:spcPts val="0"/>
              </a:spcAft>
              <a:buNone/>
              <a:defRPr/>
            </a:lvl4pPr>
            <a:lvl5pPr indent="0" lvl="4" marL="0" algn="r">
              <a:lnSpc>
                <a:spcPct val="100000"/>
              </a:lnSpc>
              <a:spcBef>
                <a:spcPts val="0"/>
              </a:spcBef>
              <a:spcAft>
                <a:spcPts val="0"/>
              </a:spcAft>
              <a:buNone/>
              <a:defRPr/>
            </a:lvl5pPr>
            <a:lvl6pPr indent="0" lvl="5" marL="0" algn="r">
              <a:lnSpc>
                <a:spcPct val="100000"/>
              </a:lnSpc>
              <a:spcBef>
                <a:spcPts val="0"/>
              </a:spcBef>
              <a:spcAft>
                <a:spcPts val="0"/>
              </a:spcAft>
              <a:buNone/>
              <a:defRPr/>
            </a:lvl6pPr>
            <a:lvl7pPr indent="0" lvl="6" marL="0" algn="r">
              <a:lnSpc>
                <a:spcPct val="100000"/>
              </a:lnSpc>
              <a:spcBef>
                <a:spcPts val="0"/>
              </a:spcBef>
              <a:spcAft>
                <a:spcPts val="0"/>
              </a:spcAft>
              <a:buNone/>
              <a:defRPr/>
            </a:lvl7pPr>
            <a:lvl8pPr indent="0" lvl="7" marL="0" algn="r">
              <a:lnSpc>
                <a:spcPct val="100000"/>
              </a:lnSpc>
              <a:spcBef>
                <a:spcPts val="0"/>
              </a:spcBef>
              <a:spcAft>
                <a:spcPts val="0"/>
              </a:spcAft>
              <a:buNone/>
              <a:defRPr/>
            </a:lvl8pPr>
            <a:lvl9pPr indent="0" lvl="8" marL="0" algn="r">
              <a:lnSpc>
                <a:spcPct val="100000"/>
              </a:lnSpc>
              <a:spcBef>
                <a:spcPts val="0"/>
              </a:spcBef>
              <a:spcAft>
                <a:spcPts val="0"/>
              </a:spcAft>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89" name="Shape 89"/>
        <p:cNvGrpSpPr/>
        <p:nvPr/>
      </p:nvGrpSpPr>
      <p:grpSpPr>
        <a:xfrm>
          <a:off x="0" y="0"/>
          <a:ext cx="0" cy="0"/>
          <a:chOff x="0" y="0"/>
          <a:chExt cx="0" cy="0"/>
        </a:xfrm>
      </p:grpSpPr>
      <p:sp>
        <p:nvSpPr>
          <p:cNvPr id="90" name="Google Shape;90;p14"/>
          <p:cNvSpPr txBox="1"/>
          <p:nvPr>
            <p:ph type="ctrTitle"/>
          </p:nvPr>
        </p:nvSpPr>
        <p:spPr>
          <a:xfrm>
            <a:off x="1143000" y="841375"/>
            <a:ext cx="6858000" cy="1790700"/>
          </a:xfrm>
          <a:prstGeom prst="rect">
            <a:avLst/>
          </a:prstGeom>
          <a:noFill/>
          <a:ln>
            <a:noFill/>
          </a:ln>
        </p:spPr>
        <p:txBody>
          <a:bodyPr anchorCtr="0" anchor="b" bIns="45700" lIns="91425" spcFirstLastPara="1" rIns="91425" wrap="square" tIns="45700">
            <a:noAutofit/>
          </a:bodyPr>
          <a:lstStyle>
            <a:lvl1pPr lvl="0" marR="0" rtl="0" algn="ctr">
              <a:lnSpc>
                <a:spcPct val="90000"/>
              </a:lnSpc>
              <a:spcBef>
                <a:spcPts val="0"/>
              </a:spcBef>
              <a:spcAft>
                <a:spcPts val="0"/>
              </a:spcAft>
              <a:buClr>
                <a:schemeClr val="dk1"/>
              </a:buClr>
              <a:buSzPts val="6000"/>
              <a:buFont typeface="Play"/>
              <a:buNone/>
              <a:defRPr b="0" i="0" sz="60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91" name="Google Shape;91;p14"/>
          <p:cNvSpPr txBox="1"/>
          <p:nvPr>
            <p:ph idx="1" type="subTitle"/>
          </p:nvPr>
        </p:nvSpPr>
        <p:spPr>
          <a:xfrm>
            <a:off x="1143000" y="2701925"/>
            <a:ext cx="6858000" cy="1241425"/>
          </a:xfrm>
          <a:prstGeom prst="rect">
            <a:avLst/>
          </a:prstGeom>
          <a:noFill/>
          <a:ln>
            <a:noFill/>
          </a:ln>
        </p:spPr>
        <p:txBody>
          <a:bodyPr anchorCtr="0" anchor="t" bIns="45700" lIns="91425" spcFirstLastPara="1" rIns="91425" wrap="square" tIns="45700">
            <a:noAutofit/>
          </a:bodyPr>
          <a:lstStyle>
            <a:lvl1pPr lvl="0" marR="0" rtl="0" algn="ctr">
              <a:lnSpc>
                <a:spcPct val="90000"/>
              </a:lnSpc>
              <a:spcBef>
                <a:spcPts val="1000"/>
              </a:spcBef>
              <a:spcAft>
                <a:spcPts val="0"/>
              </a:spcAft>
              <a:buClr>
                <a:schemeClr val="dk1"/>
              </a:buClr>
              <a:buSzPts val="2400"/>
              <a:buFont typeface="Arial"/>
              <a:buNone/>
              <a:defRPr b="0" i="0" sz="2400" u="none" cap="none" strike="noStrike">
                <a:solidFill>
                  <a:schemeClr val="dk1"/>
                </a:solidFill>
                <a:latin typeface="Arial"/>
                <a:ea typeface="Arial"/>
                <a:cs typeface="Arial"/>
                <a:sym typeface="Arial"/>
              </a:defRPr>
            </a:lvl1pPr>
            <a:lvl2pPr lvl="1" marR="0" rtl="0" algn="ctr">
              <a:lnSpc>
                <a:spcPct val="90000"/>
              </a:lnSpc>
              <a:spcBef>
                <a:spcPts val="5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2pPr>
            <a:lvl3pPr lvl="2" marR="0" rtl="0" algn="ctr">
              <a:lnSpc>
                <a:spcPct val="90000"/>
              </a:lnSpc>
              <a:spcBef>
                <a:spcPts val="50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3pPr>
            <a:lvl4pPr lvl="3"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4pPr>
            <a:lvl5pPr lvl="4"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5pPr>
            <a:lvl6pPr lvl="5"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6pPr>
            <a:lvl7pPr lvl="6"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7pPr>
            <a:lvl8pPr lvl="7"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8pPr>
            <a:lvl9pPr lvl="8" marR="0" rtl="0" algn="ctr">
              <a:lnSpc>
                <a:spcPct val="90000"/>
              </a:lnSpc>
              <a:spcBef>
                <a:spcPts val="5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9pPr>
          </a:lstStyle>
          <a:p/>
        </p:txBody>
      </p:sp>
      <p:sp>
        <p:nvSpPr>
          <p:cNvPr id="92" name="Google Shape;92;p14"/>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3" name="Google Shape;93;p14"/>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4" name="Google Shape;94;p14"/>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1_Title only">
    <p:spTree>
      <p:nvGrpSpPr>
        <p:cNvPr id="95" name="Shape 95"/>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Title and body">
    <p:spTree>
      <p:nvGrpSpPr>
        <p:cNvPr id="96" name="Shape 96"/>
        <p:cNvGrpSpPr/>
        <p:nvPr/>
      </p:nvGrpSpPr>
      <p:grpSpPr>
        <a:xfrm>
          <a:off x="0" y="0"/>
          <a:ext cx="0" cy="0"/>
          <a:chOff x="0" y="0"/>
          <a:chExt cx="0" cy="0"/>
        </a:xfrm>
      </p:grpSpPr>
      <p:sp>
        <p:nvSpPr>
          <p:cNvPr id="97" name="Google Shape;97;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8" name="Shape 98"/>
        <p:cNvGrpSpPr/>
        <p:nvPr/>
      </p:nvGrpSpPr>
      <p:grpSpPr>
        <a:xfrm>
          <a:off x="0" y="0"/>
          <a:ext cx="0" cy="0"/>
          <a:chOff x="0" y="0"/>
          <a:chExt cx="0" cy="0"/>
        </a:xfrm>
      </p:grpSpPr>
      <p:sp>
        <p:nvSpPr>
          <p:cNvPr id="99" name="Google Shape;99;p17"/>
          <p:cNvSpPr txBox="1"/>
          <p:nvPr>
            <p:ph type="title"/>
          </p:nvPr>
        </p:nvSpPr>
        <p:spPr>
          <a:xfrm>
            <a:off x="628650" y="274638"/>
            <a:ext cx="7886700" cy="9937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sz="44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0" name="Google Shape;100;p17"/>
          <p:cNvSpPr txBox="1"/>
          <p:nvPr>
            <p:ph idx="1" type="body"/>
          </p:nvPr>
        </p:nvSpPr>
        <p:spPr>
          <a:xfrm>
            <a:off x="628650" y="1370013"/>
            <a:ext cx="7886700" cy="32623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01" name="Google Shape;101;p17"/>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2" name="Google Shape;102;p17"/>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3" name="Google Shape;103;p17"/>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4" name="Shape 104"/>
        <p:cNvGrpSpPr/>
        <p:nvPr/>
      </p:nvGrpSpPr>
      <p:grpSpPr>
        <a:xfrm>
          <a:off x="0" y="0"/>
          <a:ext cx="0" cy="0"/>
          <a:chOff x="0" y="0"/>
          <a:chExt cx="0" cy="0"/>
        </a:xfrm>
      </p:grpSpPr>
      <p:sp>
        <p:nvSpPr>
          <p:cNvPr id="105" name="Google Shape;105;p18"/>
          <p:cNvSpPr txBox="1"/>
          <p:nvPr>
            <p:ph type="title"/>
          </p:nvPr>
        </p:nvSpPr>
        <p:spPr>
          <a:xfrm>
            <a:off x="623888" y="1282700"/>
            <a:ext cx="7886700" cy="21399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Play"/>
              <a:buNone/>
              <a:defRPr sz="60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06" name="Google Shape;106;p18"/>
          <p:cNvSpPr txBox="1"/>
          <p:nvPr>
            <p:ph idx="1" type="body"/>
          </p:nvPr>
        </p:nvSpPr>
        <p:spPr>
          <a:xfrm>
            <a:off x="623888" y="3441700"/>
            <a:ext cx="7886700" cy="112553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757575"/>
              </a:buClr>
              <a:buSzPts val="2400"/>
              <a:buFont typeface="Arial"/>
              <a:buNone/>
              <a:defRPr b="0" i="0" sz="2400" u="none" cap="none" strike="noStrike">
                <a:solidFill>
                  <a:srgbClr val="757575"/>
                </a:solidFill>
                <a:latin typeface="Arial"/>
                <a:ea typeface="Arial"/>
                <a:cs typeface="Arial"/>
                <a:sym typeface="Arial"/>
              </a:defRPr>
            </a:lvl1pPr>
            <a:lvl2pPr indent="-228600" lvl="1" marL="914400" marR="0" rtl="0" algn="l">
              <a:lnSpc>
                <a:spcPct val="90000"/>
              </a:lnSpc>
              <a:spcBef>
                <a:spcPts val="500"/>
              </a:spcBef>
              <a:spcAft>
                <a:spcPts val="0"/>
              </a:spcAft>
              <a:buClr>
                <a:srgbClr val="757575"/>
              </a:buClr>
              <a:buSzPts val="2000"/>
              <a:buFont typeface="Arial"/>
              <a:buNone/>
              <a:defRPr b="0" i="0" sz="2000" u="none" cap="none" strike="noStrike">
                <a:solidFill>
                  <a:srgbClr val="757575"/>
                </a:solidFill>
                <a:latin typeface="Arial"/>
                <a:ea typeface="Arial"/>
                <a:cs typeface="Arial"/>
                <a:sym typeface="Arial"/>
              </a:defRPr>
            </a:lvl2pPr>
            <a:lvl3pPr indent="-228600" lvl="2" marL="1371600" marR="0" rtl="0" algn="l">
              <a:lnSpc>
                <a:spcPct val="90000"/>
              </a:lnSpc>
              <a:spcBef>
                <a:spcPts val="500"/>
              </a:spcBef>
              <a:spcAft>
                <a:spcPts val="0"/>
              </a:spcAft>
              <a:buClr>
                <a:srgbClr val="757575"/>
              </a:buClr>
              <a:buSzPts val="1800"/>
              <a:buFont typeface="Arial"/>
              <a:buNone/>
              <a:defRPr b="0" i="0" sz="1800" u="none" cap="none" strike="noStrike">
                <a:solidFill>
                  <a:srgbClr val="757575"/>
                </a:solidFill>
                <a:latin typeface="Arial"/>
                <a:ea typeface="Arial"/>
                <a:cs typeface="Arial"/>
                <a:sym typeface="Arial"/>
              </a:defRPr>
            </a:lvl3pPr>
            <a:lvl4pPr indent="-228600" lvl="3" marL="1828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4pPr>
            <a:lvl5pPr indent="-228600" lvl="4" marL="22860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5pPr>
            <a:lvl6pPr indent="-228600" lvl="5" marL="27432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6pPr>
            <a:lvl7pPr indent="-228600" lvl="6" marL="32004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7pPr>
            <a:lvl8pPr indent="-228600" lvl="7" marL="36576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8pPr>
            <a:lvl9pPr indent="-228600" lvl="8" marL="4114800" marR="0" rtl="0" algn="l">
              <a:lnSpc>
                <a:spcPct val="90000"/>
              </a:lnSpc>
              <a:spcBef>
                <a:spcPts val="500"/>
              </a:spcBef>
              <a:spcAft>
                <a:spcPts val="0"/>
              </a:spcAft>
              <a:buClr>
                <a:srgbClr val="757575"/>
              </a:buClr>
              <a:buSzPts val="1600"/>
              <a:buFont typeface="Arial"/>
              <a:buNone/>
              <a:defRPr b="0" i="0" sz="1600" u="none" cap="none" strike="noStrike">
                <a:solidFill>
                  <a:srgbClr val="757575"/>
                </a:solidFill>
                <a:latin typeface="Arial"/>
                <a:ea typeface="Arial"/>
                <a:cs typeface="Arial"/>
                <a:sym typeface="Arial"/>
              </a:defRPr>
            </a:lvl9pPr>
          </a:lstStyle>
          <a:p/>
        </p:txBody>
      </p:sp>
      <p:sp>
        <p:nvSpPr>
          <p:cNvPr id="107" name="Google Shape;107;p18"/>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8" name="Google Shape;108;p18"/>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9" name="Google Shape;109;p18"/>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0" name="Shape 110"/>
        <p:cNvGrpSpPr/>
        <p:nvPr/>
      </p:nvGrpSpPr>
      <p:grpSpPr>
        <a:xfrm>
          <a:off x="0" y="0"/>
          <a:ext cx="0" cy="0"/>
          <a:chOff x="0" y="0"/>
          <a:chExt cx="0" cy="0"/>
        </a:xfrm>
      </p:grpSpPr>
      <p:sp>
        <p:nvSpPr>
          <p:cNvPr id="111" name="Google Shape;111;p19"/>
          <p:cNvSpPr txBox="1"/>
          <p:nvPr>
            <p:ph type="title"/>
          </p:nvPr>
        </p:nvSpPr>
        <p:spPr>
          <a:xfrm>
            <a:off x="628650" y="274638"/>
            <a:ext cx="7886700" cy="9937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sz="44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2" name="Google Shape;112;p19"/>
          <p:cNvSpPr txBox="1"/>
          <p:nvPr>
            <p:ph idx="1" type="body"/>
          </p:nvPr>
        </p:nvSpPr>
        <p:spPr>
          <a:xfrm>
            <a:off x="628650" y="1370013"/>
            <a:ext cx="3867150" cy="32623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3" name="Google Shape;113;p19"/>
          <p:cNvSpPr txBox="1"/>
          <p:nvPr>
            <p:ph idx="2" type="body"/>
          </p:nvPr>
        </p:nvSpPr>
        <p:spPr>
          <a:xfrm>
            <a:off x="4648200" y="1370013"/>
            <a:ext cx="3867150" cy="3262312"/>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14" name="Google Shape;114;p19"/>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5" name="Google Shape;115;p19"/>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16" name="Google Shape;116;p19"/>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7" name="Shape 117"/>
        <p:cNvGrpSpPr/>
        <p:nvPr/>
      </p:nvGrpSpPr>
      <p:grpSpPr>
        <a:xfrm>
          <a:off x="0" y="0"/>
          <a:ext cx="0" cy="0"/>
          <a:chOff x="0" y="0"/>
          <a:chExt cx="0" cy="0"/>
        </a:xfrm>
      </p:grpSpPr>
      <p:sp>
        <p:nvSpPr>
          <p:cNvPr id="118" name="Google Shape;118;p20"/>
          <p:cNvSpPr txBox="1"/>
          <p:nvPr>
            <p:ph type="title"/>
          </p:nvPr>
        </p:nvSpPr>
        <p:spPr>
          <a:xfrm>
            <a:off x="630238" y="274638"/>
            <a:ext cx="7886700" cy="9937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sz="44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9" name="Google Shape;119;p20"/>
          <p:cNvSpPr txBox="1"/>
          <p:nvPr>
            <p:ph idx="1" type="body"/>
          </p:nvPr>
        </p:nvSpPr>
        <p:spPr>
          <a:xfrm>
            <a:off x="630238" y="1260475"/>
            <a:ext cx="3868737" cy="619125"/>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120" name="Google Shape;120;p20"/>
          <p:cNvSpPr txBox="1"/>
          <p:nvPr>
            <p:ph idx="2" type="body"/>
          </p:nvPr>
        </p:nvSpPr>
        <p:spPr>
          <a:xfrm>
            <a:off x="630238" y="1879600"/>
            <a:ext cx="3868737" cy="276225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1" name="Google Shape;121;p20"/>
          <p:cNvSpPr txBox="1"/>
          <p:nvPr>
            <p:ph idx="3" type="body"/>
          </p:nvPr>
        </p:nvSpPr>
        <p:spPr>
          <a:xfrm>
            <a:off x="4629150" y="1260475"/>
            <a:ext cx="3887788" cy="619125"/>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122" name="Google Shape;122;p20"/>
          <p:cNvSpPr txBox="1"/>
          <p:nvPr>
            <p:ph idx="4" type="body"/>
          </p:nvPr>
        </p:nvSpPr>
        <p:spPr>
          <a:xfrm>
            <a:off x="4629150" y="1879600"/>
            <a:ext cx="3887788" cy="276225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3" name="Google Shape;123;p20"/>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4" name="Google Shape;124;p20"/>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5" name="Google Shape;125;p20"/>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6" name="Shape 126"/>
        <p:cNvGrpSpPr/>
        <p:nvPr/>
      </p:nvGrpSpPr>
      <p:grpSpPr>
        <a:xfrm>
          <a:off x="0" y="0"/>
          <a:ext cx="0" cy="0"/>
          <a:chOff x="0" y="0"/>
          <a:chExt cx="0" cy="0"/>
        </a:xfrm>
      </p:grpSpPr>
      <p:sp>
        <p:nvSpPr>
          <p:cNvPr id="127" name="Google Shape;127;p21"/>
          <p:cNvSpPr txBox="1"/>
          <p:nvPr>
            <p:ph type="title"/>
          </p:nvPr>
        </p:nvSpPr>
        <p:spPr>
          <a:xfrm>
            <a:off x="628650" y="274638"/>
            <a:ext cx="7886700" cy="9937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sz="44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8" name="Google Shape;128;p21"/>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29" name="Google Shape;129;p21"/>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0" name="Google Shape;130;p21"/>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31" name="Shape 131"/>
        <p:cNvGrpSpPr/>
        <p:nvPr/>
      </p:nvGrpSpPr>
      <p:grpSpPr>
        <a:xfrm>
          <a:off x="0" y="0"/>
          <a:ext cx="0" cy="0"/>
          <a:chOff x="0" y="0"/>
          <a:chExt cx="0" cy="0"/>
        </a:xfrm>
      </p:grpSpPr>
      <p:sp>
        <p:nvSpPr>
          <p:cNvPr id="132" name="Google Shape;132;p22"/>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3" name="Google Shape;133;p22"/>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34" name="Google Shape;134;p22"/>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5" name="Shape 135"/>
        <p:cNvGrpSpPr/>
        <p:nvPr/>
      </p:nvGrpSpPr>
      <p:grpSpPr>
        <a:xfrm>
          <a:off x="0" y="0"/>
          <a:ext cx="0" cy="0"/>
          <a:chOff x="0" y="0"/>
          <a:chExt cx="0" cy="0"/>
        </a:xfrm>
      </p:grpSpPr>
      <p:sp>
        <p:nvSpPr>
          <p:cNvPr id="136" name="Google Shape;136;p23"/>
          <p:cNvSpPr txBox="1"/>
          <p:nvPr>
            <p:ph type="title"/>
          </p:nvPr>
        </p:nvSpPr>
        <p:spPr>
          <a:xfrm>
            <a:off x="630238" y="342900"/>
            <a:ext cx="2949575" cy="12001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sz="32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37" name="Google Shape;137;p23"/>
          <p:cNvSpPr txBox="1"/>
          <p:nvPr>
            <p:ph idx="1" type="body"/>
          </p:nvPr>
        </p:nvSpPr>
        <p:spPr>
          <a:xfrm>
            <a:off x="3887788" y="741363"/>
            <a:ext cx="4629150" cy="36544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Arial"/>
                <a:ea typeface="Arial"/>
                <a:cs typeface="Arial"/>
                <a:sym typeface="Arial"/>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138" name="Google Shape;138;p23"/>
          <p:cNvSpPr txBox="1"/>
          <p:nvPr>
            <p:ph idx="2" type="body"/>
          </p:nvPr>
        </p:nvSpPr>
        <p:spPr>
          <a:xfrm>
            <a:off x="630238" y="1543050"/>
            <a:ext cx="2949575" cy="28590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139" name="Google Shape;139;p23"/>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0" name="Google Shape;140;p23"/>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1" name="Google Shape;141;p23"/>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2" name="Shape 142"/>
        <p:cNvGrpSpPr/>
        <p:nvPr/>
      </p:nvGrpSpPr>
      <p:grpSpPr>
        <a:xfrm>
          <a:off x="0" y="0"/>
          <a:ext cx="0" cy="0"/>
          <a:chOff x="0" y="0"/>
          <a:chExt cx="0" cy="0"/>
        </a:xfrm>
      </p:grpSpPr>
      <p:sp>
        <p:nvSpPr>
          <p:cNvPr id="143" name="Google Shape;143;p24"/>
          <p:cNvSpPr txBox="1"/>
          <p:nvPr>
            <p:ph type="title"/>
          </p:nvPr>
        </p:nvSpPr>
        <p:spPr>
          <a:xfrm>
            <a:off x="630238" y="342900"/>
            <a:ext cx="2949575" cy="120015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Play"/>
              <a:buNone/>
              <a:defRPr sz="32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44" name="Google Shape;144;p24"/>
          <p:cNvSpPr/>
          <p:nvPr>
            <p:ph idx="2" type="pic"/>
          </p:nvPr>
        </p:nvSpPr>
        <p:spPr>
          <a:xfrm>
            <a:off x="3887788" y="741363"/>
            <a:ext cx="4629150" cy="3654425"/>
          </a:xfrm>
          <a:prstGeom prst="rect">
            <a:avLst/>
          </a:prstGeom>
          <a:noFill/>
          <a:ln>
            <a:noFill/>
          </a:ln>
        </p:spPr>
      </p:sp>
      <p:sp>
        <p:nvSpPr>
          <p:cNvPr id="145" name="Google Shape;145;p24"/>
          <p:cNvSpPr txBox="1"/>
          <p:nvPr>
            <p:ph idx="1" type="body"/>
          </p:nvPr>
        </p:nvSpPr>
        <p:spPr>
          <a:xfrm>
            <a:off x="630238" y="1543050"/>
            <a:ext cx="2949575" cy="28590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Arial"/>
                <a:ea typeface="Arial"/>
                <a:cs typeface="Arial"/>
                <a:sym typeface="Arial"/>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9pPr>
          </a:lstStyle>
          <a:p/>
        </p:txBody>
      </p:sp>
      <p:sp>
        <p:nvSpPr>
          <p:cNvPr id="146" name="Google Shape;146;p24"/>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7" name="Google Shape;147;p24"/>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48" name="Google Shape;148;p24"/>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9" name="Shape 149"/>
        <p:cNvGrpSpPr/>
        <p:nvPr/>
      </p:nvGrpSpPr>
      <p:grpSpPr>
        <a:xfrm>
          <a:off x="0" y="0"/>
          <a:ext cx="0" cy="0"/>
          <a:chOff x="0" y="0"/>
          <a:chExt cx="0" cy="0"/>
        </a:xfrm>
      </p:grpSpPr>
      <p:sp>
        <p:nvSpPr>
          <p:cNvPr id="150" name="Google Shape;150;p25"/>
          <p:cNvSpPr txBox="1"/>
          <p:nvPr>
            <p:ph type="title"/>
          </p:nvPr>
        </p:nvSpPr>
        <p:spPr>
          <a:xfrm>
            <a:off x="628650" y="274638"/>
            <a:ext cx="7886700" cy="9937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sz="44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1" name="Google Shape;151;p25"/>
          <p:cNvSpPr txBox="1"/>
          <p:nvPr>
            <p:ph idx="1" type="body"/>
          </p:nvPr>
        </p:nvSpPr>
        <p:spPr>
          <a:xfrm rot="5400000">
            <a:off x="2940844" y="-942181"/>
            <a:ext cx="3262312" cy="78867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2" name="Google Shape;152;p25"/>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3" name="Google Shape;153;p25"/>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4" name="Google Shape;154;p25"/>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5" name="Shape 155"/>
        <p:cNvGrpSpPr/>
        <p:nvPr/>
      </p:nvGrpSpPr>
      <p:grpSpPr>
        <a:xfrm>
          <a:off x="0" y="0"/>
          <a:ext cx="0" cy="0"/>
          <a:chOff x="0" y="0"/>
          <a:chExt cx="0" cy="0"/>
        </a:xfrm>
      </p:grpSpPr>
      <p:sp>
        <p:nvSpPr>
          <p:cNvPr id="156" name="Google Shape;156;p26"/>
          <p:cNvSpPr txBox="1"/>
          <p:nvPr>
            <p:ph type="title"/>
          </p:nvPr>
        </p:nvSpPr>
        <p:spPr>
          <a:xfrm rot="5400000">
            <a:off x="5350669" y="1467644"/>
            <a:ext cx="4357687" cy="1971675"/>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Play"/>
              <a:buNone/>
              <a:defRPr sz="4400">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p26"/>
          <p:cNvSpPr txBox="1"/>
          <p:nvPr>
            <p:ph idx="1" type="body"/>
          </p:nvPr>
        </p:nvSpPr>
        <p:spPr>
          <a:xfrm rot="5400000">
            <a:off x="1331119" y="-427831"/>
            <a:ext cx="4357687" cy="5762625"/>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58" name="Google Shape;158;p26"/>
          <p:cNvSpPr txBox="1"/>
          <p:nvPr>
            <p:ph idx="10" type="dt"/>
          </p:nvPr>
        </p:nvSpPr>
        <p:spPr>
          <a:xfrm>
            <a:off x="628650" y="4767263"/>
            <a:ext cx="20574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59" name="Google Shape;159;p26"/>
          <p:cNvSpPr txBox="1"/>
          <p:nvPr>
            <p:ph idx="11" type="ftr"/>
          </p:nvPr>
        </p:nvSpPr>
        <p:spPr>
          <a:xfrm>
            <a:off x="3028950" y="4767263"/>
            <a:ext cx="3086100" cy="274637"/>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60" name="Google Shape;160;p26"/>
          <p:cNvSpPr txBox="1"/>
          <p:nvPr>
            <p:ph idx="12" type="sldNum"/>
          </p:nvPr>
        </p:nvSpPr>
        <p:spPr>
          <a:xfrm>
            <a:off x="6457950" y="4767263"/>
            <a:ext cx="2057400" cy="274637"/>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1pPr>
            <a:lvl2pPr indent="0" lvl="1"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2pPr>
            <a:lvl3pPr indent="0" lvl="2"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3pPr>
            <a:lvl4pPr indent="0" lvl="3"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4pPr>
            <a:lvl5pPr indent="0" lvl="4"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5pPr>
            <a:lvl6pPr indent="0" lvl="5"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6pPr>
            <a:lvl7pPr indent="0" lvl="6"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7pPr>
            <a:lvl8pPr indent="0" lvl="7"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8pPr>
            <a:lvl9pPr indent="0" lvl="8" marL="0" marR="0" rtl="0" algn="l">
              <a:lnSpc>
                <a:spcPct val="100000"/>
              </a:lnSpc>
              <a:spcBef>
                <a:spcPts val="0"/>
              </a:spcBef>
              <a:spcAft>
                <a:spcPts val="0"/>
              </a:spcAft>
              <a:buNone/>
              <a:defRPr b="0" i="0" sz="1400" u="none" cap="none" strike="noStrike">
                <a:solidFill>
                  <a:srgbClr val="000000"/>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3.xml"/><Relationship Id="rId12" Type="http://schemas.openxmlformats.org/officeDocument/2006/relationships/slideLayout" Target="../slideLayouts/slideLayout11.xml"/><Relationship Id="rId1" Type="http://schemas.openxmlformats.org/officeDocument/2006/relationships/image" Target="../media/image23.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1.xml"/><Relationship Id="rId10" Type="http://schemas.openxmlformats.org/officeDocument/2006/relationships/slideLayout" Target="../slideLayouts/slideLayout20.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 Type="http://schemas.openxmlformats.org/officeDocument/2006/relationships/image" Target="../media/image3.png"/><Relationship Id="rId2" Type="http://schemas.openxmlformats.org/officeDocument/2006/relationships/slideLayout" Target="../slideLayouts/slideLayout12.xml"/><Relationship Id="rId3" Type="http://schemas.openxmlformats.org/officeDocument/2006/relationships/slideLayout" Target="../slideLayouts/slideLayout1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5" Type="http://schemas.openxmlformats.org/officeDocument/2006/relationships/theme" Target="../theme/theme2.xml"/><Relationship Id="rId14" Type="http://schemas.openxmlformats.org/officeDocument/2006/relationships/slideLayout" Target="../slideLayouts/slideLayout24.xml"/><Relationship Id="rId5" Type="http://schemas.openxmlformats.org/officeDocument/2006/relationships/slideLayout" Target="../slideLayouts/slideLayout15.xml"/><Relationship Id="rId6" Type="http://schemas.openxmlformats.org/officeDocument/2006/relationships/slideLayout" Target="../slideLayouts/slideLayout16.xml"/><Relationship Id="rId7" Type="http://schemas.openxmlformats.org/officeDocument/2006/relationships/slideLayout" Target="../slideLayouts/slideLayout17.xml"/><Relationship Id="rId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274638"/>
            <a:ext cx="7886700" cy="993775"/>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628650" y="1370013"/>
            <a:ext cx="7886700" cy="3262312"/>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1"/>
          <p:cNvSpPr txBox="1"/>
          <p:nvPr>
            <p:ph idx="10" type="dt"/>
          </p:nvPr>
        </p:nvSpPr>
        <p:spPr>
          <a:xfrm>
            <a:off x="628650" y="4767263"/>
            <a:ext cx="2057400" cy="274637"/>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9" name="Google Shape;9;p1"/>
          <p:cNvSpPr txBox="1"/>
          <p:nvPr>
            <p:ph idx="11" type="ftr"/>
          </p:nvPr>
        </p:nvSpPr>
        <p:spPr>
          <a:xfrm>
            <a:off x="3028950" y="4767263"/>
            <a:ext cx="3086100" cy="274637"/>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SzPts val="1400"/>
              <a:buNone/>
              <a:defRPr b="0" i="0" sz="1400" u="none" cap="none" strike="noStrike">
                <a:solidFill>
                  <a:srgbClr val="000000"/>
                </a:solidFill>
                <a:latin typeface="Arial"/>
                <a:ea typeface="Arial"/>
                <a:cs typeface="Arial"/>
                <a:sym typeface="Arial"/>
              </a:defRPr>
            </a:lvl9pPr>
          </a:lstStyle>
          <a:p/>
        </p:txBody>
      </p:sp>
      <p:sp>
        <p:nvSpPr>
          <p:cNvPr id="10" name="Google Shape;10;p1"/>
          <p:cNvSpPr txBox="1"/>
          <p:nvPr>
            <p:ph idx="12" type="sldNum"/>
          </p:nvPr>
        </p:nvSpPr>
        <p:spPr>
          <a:xfrm>
            <a:off x="6457950" y="4767263"/>
            <a:ext cx="2057400" cy="274637"/>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1pPr>
            <a:lvl2pPr indent="0" lvl="1"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2pPr>
            <a:lvl3pPr indent="0" lvl="2"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3pPr>
            <a:lvl4pPr indent="0" lvl="3"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4pPr>
            <a:lvl5pPr indent="0" lvl="4"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5pPr>
            <a:lvl6pPr indent="0" lvl="5"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6pPr>
            <a:lvl7pPr indent="0" lvl="6"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7pPr>
            <a:lvl8pPr indent="0" lvl="7"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8pPr>
            <a:lvl9pPr indent="0" lvl="8" marL="0" marR="0" rtl="0" algn="r">
              <a:lnSpc>
                <a:spcPct val="100000"/>
              </a:lnSpc>
              <a:spcBef>
                <a:spcPts val="0"/>
              </a:spcBef>
              <a:spcAft>
                <a:spcPts val="0"/>
              </a:spcAft>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descr="A white woven seamless grid pattern" id="11" name="Google Shape;11;p1"/>
          <p:cNvPicPr preferRelativeResize="0"/>
          <p:nvPr/>
        </p:nvPicPr>
        <p:blipFill rotWithShape="1">
          <a:blip r:embed="rId1">
            <a:alphaModFix amt="20000"/>
          </a:blip>
          <a:srcRect b="0" l="0" r="0" t="0"/>
          <a:stretch/>
        </p:blipFill>
        <p:spPr>
          <a:xfrm>
            <a:off x="0" y="0"/>
            <a:ext cx="9143999" cy="5143500"/>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1" name="Shape 81"/>
        <p:cNvGrpSpPr/>
        <p:nvPr/>
      </p:nvGrpSpPr>
      <p:grpSpPr>
        <a:xfrm>
          <a:off x="0" y="0"/>
          <a:ext cx="0" cy="0"/>
          <a:chOff x="0" y="0"/>
          <a:chExt cx="0" cy="0"/>
        </a:xfrm>
      </p:grpSpPr>
      <p:grpSp>
        <p:nvGrpSpPr>
          <p:cNvPr id="82" name="Google Shape;82;p13"/>
          <p:cNvGrpSpPr/>
          <p:nvPr/>
        </p:nvGrpSpPr>
        <p:grpSpPr>
          <a:xfrm>
            <a:off x="0" y="-243173"/>
            <a:ext cx="9144000" cy="667379"/>
            <a:chOff x="0" y="-38100"/>
            <a:chExt cx="4402382" cy="104564"/>
          </a:xfrm>
        </p:grpSpPr>
        <p:sp>
          <p:nvSpPr>
            <p:cNvPr id="83" name="Google Shape;83;p13"/>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4" name="Google Shape;84;p13"/>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85" name="Google Shape;85;p13"/>
          <p:cNvGrpSpPr/>
          <p:nvPr/>
        </p:nvGrpSpPr>
        <p:grpSpPr>
          <a:xfrm>
            <a:off x="0" y="4974576"/>
            <a:ext cx="9144000" cy="168924"/>
            <a:chOff x="0" y="-38100"/>
            <a:chExt cx="4402382" cy="104564"/>
          </a:xfrm>
        </p:grpSpPr>
        <p:sp>
          <p:nvSpPr>
            <p:cNvPr id="86" name="Google Shape;86;p13"/>
            <p:cNvSpPr/>
            <p:nvPr/>
          </p:nvSpPr>
          <p:spPr>
            <a:xfrm>
              <a:off x="0" y="0"/>
              <a:ext cx="4402382" cy="66464"/>
            </a:xfrm>
            <a:custGeom>
              <a:rect b="b" l="l" r="r" t="t"/>
              <a:pathLst>
                <a:path extrusionOk="0" h="66464" w="4402382">
                  <a:moveTo>
                    <a:pt x="0" y="0"/>
                  </a:moveTo>
                  <a:lnTo>
                    <a:pt x="4402382" y="0"/>
                  </a:lnTo>
                  <a:lnTo>
                    <a:pt x="44023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87" name="Google Shape;87;p13"/>
            <p:cNvSpPr txBox="1"/>
            <p:nvPr/>
          </p:nvSpPr>
          <p:spPr>
            <a:xfrm>
              <a:off x="0" y="-38100"/>
              <a:ext cx="4402382" cy="104564"/>
            </a:xfrm>
            <a:prstGeom prst="rect">
              <a:avLst/>
            </a:prstGeom>
            <a:noFill/>
            <a:ln>
              <a:noFill/>
            </a:ln>
          </p:spPr>
          <p:txBody>
            <a:bodyPr anchorCtr="0" anchor="ctr" bIns="50800" lIns="50800" spcFirstLastPara="1" rIns="50800" wrap="square" tIns="50800">
              <a:noAutofit/>
            </a:bodyPr>
            <a:lstStyle/>
            <a:p>
              <a:pPr indent="0" lvl="0" marL="0" marR="0" rtl="0" algn="ctr">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pic>
        <p:nvPicPr>
          <p:cNvPr descr="A black and white logo&#10;&#10;AI-generated content may be incorrect." id="88" name="Google Shape;88;p13"/>
          <p:cNvPicPr preferRelativeResize="0"/>
          <p:nvPr/>
        </p:nvPicPr>
        <p:blipFill rotWithShape="1">
          <a:blip r:embed="rId1">
            <a:alphaModFix/>
          </a:blip>
          <a:srcRect b="0" l="0" r="0" t="0"/>
          <a:stretch/>
        </p:blipFill>
        <p:spPr>
          <a:xfrm>
            <a:off x="7820696" y="55166"/>
            <a:ext cx="965086" cy="31387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 id="2147483667" r:id="rId10"/>
    <p:sldLayoutId id="2147483668" r:id="rId11"/>
    <p:sldLayoutId id="2147483669" r:id="rId12"/>
    <p:sldLayoutId id="2147483670" r:id="rId13"/>
    <p:sldLayoutId id="2147483671"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1" Type="http://schemas.openxmlformats.org/officeDocument/2006/relationships/image" Target="../media/image13.png"/><Relationship Id="rId10" Type="http://schemas.openxmlformats.org/officeDocument/2006/relationships/image" Target="../media/image5.png"/><Relationship Id="rId13" Type="http://schemas.openxmlformats.org/officeDocument/2006/relationships/image" Target="../media/image18.png"/><Relationship Id="rId12" Type="http://schemas.openxmlformats.org/officeDocument/2006/relationships/image" Target="../media/image9.png"/><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jpg"/><Relationship Id="rId4" Type="http://schemas.openxmlformats.org/officeDocument/2006/relationships/image" Target="../media/image15.png"/><Relationship Id="rId9" Type="http://schemas.openxmlformats.org/officeDocument/2006/relationships/image" Target="../media/image14.jpg"/><Relationship Id="rId5" Type="http://schemas.openxmlformats.org/officeDocument/2006/relationships/image" Target="../media/image2.png"/><Relationship Id="rId6" Type="http://schemas.openxmlformats.org/officeDocument/2006/relationships/hyperlink" Target="mailto:rathod.kashish@universal.edu.in" TargetMode="External"/><Relationship Id="rId7" Type="http://schemas.openxmlformats.org/officeDocument/2006/relationships/hyperlink" Target="mailto:siddhikangutkar2@gmail.com" TargetMode="External"/><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0.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21.jpg"/><Relationship Id="rId4" Type="http://schemas.openxmlformats.org/officeDocument/2006/relationships/image" Target="../media/image12.jpg"/><Relationship Id="rId5" Type="http://schemas.openxmlformats.org/officeDocument/2006/relationships/image" Target="../media/image7.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hyperlink" Target="http://drive.google.com/file/d/1tDLzetS_WtSO7o6gbNDmxB6gPWhyt8Dh/view" TargetMode="External"/><Relationship Id="rId5" Type="http://schemas.openxmlformats.org/officeDocument/2006/relationships/image" Target="../media/image17.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2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7"/>
          <p:cNvSpPr/>
          <p:nvPr/>
        </p:nvSpPr>
        <p:spPr>
          <a:xfrm>
            <a:off x="364882" y="652908"/>
            <a:ext cx="3971824" cy="485021"/>
          </a:xfrm>
          <a:prstGeom prst="roundRect">
            <a:avLst>
              <a:gd fmla="val 16667" name="adj"/>
            </a:avLst>
          </a:prstGeom>
          <a:solidFill>
            <a:schemeClr val="lt1"/>
          </a:solidFill>
          <a:ln cap="flat" cmpd="sng" w="19050">
            <a:solidFill>
              <a:srgbClr val="1D63B5"/>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grpSp>
        <p:nvGrpSpPr>
          <p:cNvPr id="166" name="Google Shape;166;p27"/>
          <p:cNvGrpSpPr/>
          <p:nvPr/>
        </p:nvGrpSpPr>
        <p:grpSpPr>
          <a:xfrm>
            <a:off x="0" y="-72331"/>
            <a:ext cx="4153368" cy="198509"/>
            <a:chOff x="0" y="-38100"/>
            <a:chExt cx="2187782" cy="104564"/>
          </a:xfrm>
        </p:grpSpPr>
        <p:sp>
          <p:nvSpPr>
            <p:cNvPr id="167" name="Google Shape;167;p27"/>
            <p:cNvSpPr/>
            <p:nvPr/>
          </p:nvSpPr>
          <p:spPr>
            <a:xfrm>
              <a:off x="0" y="0"/>
              <a:ext cx="2187782" cy="66464"/>
            </a:xfrm>
            <a:custGeom>
              <a:rect b="b" l="l" r="r" t="t"/>
              <a:pathLst>
                <a:path extrusionOk="0" h="66464" w="2187782">
                  <a:moveTo>
                    <a:pt x="0" y="0"/>
                  </a:moveTo>
                  <a:lnTo>
                    <a:pt x="2187782" y="0"/>
                  </a:lnTo>
                  <a:lnTo>
                    <a:pt x="2187782"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68" name="Google Shape;168;p27"/>
            <p:cNvSpPr txBox="1"/>
            <p:nvPr/>
          </p:nvSpPr>
          <p:spPr>
            <a:xfrm>
              <a:off x="0" y="-38100"/>
              <a:ext cx="2187782"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69" name="Google Shape;169;p27"/>
          <p:cNvGrpSpPr/>
          <p:nvPr/>
        </p:nvGrpSpPr>
        <p:grpSpPr>
          <a:xfrm>
            <a:off x="0" y="4944991"/>
            <a:ext cx="7571294" cy="198509"/>
            <a:chOff x="0" y="-38100"/>
            <a:chExt cx="3988171" cy="104564"/>
          </a:xfrm>
        </p:grpSpPr>
        <p:sp>
          <p:nvSpPr>
            <p:cNvPr id="170" name="Google Shape;170;p27"/>
            <p:cNvSpPr/>
            <p:nvPr/>
          </p:nvSpPr>
          <p:spPr>
            <a:xfrm>
              <a:off x="0" y="0"/>
              <a:ext cx="3988171" cy="66464"/>
            </a:xfrm>
            <a:custGeom>
              <a:rect b="b" l="l" r="r" t="t"/>
              <a:pathLst>
                <a:path extrusionOk="0" h="66464" w="3988171">
                  <a:moveTo>
                    <a:pt x="0" y="0"/>
                  </a:moveTo>
                  <a:lnTo>
                    <a:pt x="3988171" y="0"/>
                  </a:lnTo>
                  <a:lnTo>
                    <a:pt x="3988171" y="66464"/>
                  </a:lnTo>
                  <a:lnTo>
                    <a:pt x="0" y="66464"/>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71" name="Google Shape;171;p27"/>
            <p:cNvSpPr txBox="1"/>
            <p:nvPr/>
          </p:nvSpPr>
          <p:spPr>
            <a:xfrm>
              <a:off x="0" y="-38100"/>
              <a:ext cx="3988171" cy="104564"/>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72" name="Google Shape;172;p27"/>
          <p:cNvGrpSpPr/>
          <p:nvPr/>
        </p:nvGrpSpPr>
        <p:grpSpPr>
          <a:xfrm rot="2700000">
            <a:off x="3687342" y="-590735"/>
            <a:ext cx="4602320" cy="2195587"/>
            <a:chOff x="0" y="-38100"/>
            <a:chExt cx="2424267" cy="1156523"/>
          </a:xfrm>
        </p:grpSpPr>
        <p:sp>
          <p:nvSpPr>
            <p:cNvPr id="173" name="Google Shape;173;p27"/>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74" name="Google Shape;174;p27"/>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75" name="Google Shape;175;p27"/>
          <p:cNvGrpSpPr/>
          <p:nvPr/>
        </p:nvGrpSpPr>
        <p:grpSpPr>
          <a:xfrm rot="2700000">
            <a:off x="5657931" y="242183"/>
            <a:ext cx="3724082" cy="1136725"/>
            <a:chOff x="0" y="-38100"/>
            <a:chExt cx="1961656" cy="598768"/>
          </a:xfrm>
        </p:grpSpPr>
        <p:sp>
          <p:nvSpPr>
            <p:cNvPr id="176" name="Google Shape;176;p27"/>
            <p:cNvSpPr/>
            <p:nvPr/>
          </p:nvSpPr>
          <p:spPr>
            <a:xfrm>
              <a:off x="0" y="0"/>
              <a:ext cx="1961656" cy="560668"/>
            </a:xfrm>
            <a:custGeom>
              <a:rect b="b" l="l" r="r" t="t"/>
              <a:pathLst>
                <a:path extrusionOk="0" h="560668" w="1961656">
                  <a:moveTo>
                    <a:pt x="0" y="0"/>
                  </a:moveTo>
                  <a:lnTo>
                    <a:pt x="1961656" y="0"/>
                  </a:lnTo>
                  <a:lnTo>
                    <a:pt x="1961656" y="560668"/>
                  </a:lnTo>
                  <a:lnTo>
                    <a:pt x="0" y="560668"/>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77" name="Google Shape;177;p27"/>
            <p:cNvSpPr txBox="1"/>
            <p:nvPr/>
          </p:nvSpPr>
          <p:spPr>
            <a:xfrm>
              <a:off x="0" y="-38100"/>
              <a:ext cx="1961656" cy="598768"/>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78" name="Google Shape;178;p27"/>
          <p:cNvGrpSpPr/>
          <p:nvPr/>
        </p:nvGrpSpPr>
        <p:grpSpPr>
          <a:xfrm rot="2700000">
            <a:off x="7553790" y="-954554"/>
            <a:ext cx="2873959" cy="2039351"/>
            <a:chOff x="0" y="-38100"/>
            <a:chExt cx="1513855" cy="1074226"/>
          </a:xfrm>
        </p:grpSpPr>
        <p:sp>
          <p:nvSpPr>
            <p:cNvPr id="179" name="Google Shape;179;p27"/>
            <p:cNvSpPr/>
            <p:nvPr/>
          </p:nvSpPr>
          <p:spPr>
            <a:xfrm>
              <a:off x="0" y="0"/>
              <a:ext cx="1513855" cy="1036126"/>
            </a:xfrm>
            <a:custGeom>
              <a:rect b="b" l="l" r="r" t="t"/>
              <a:pathLst>
                <a:path extrusionOk="0" h="1036126" w="1513855">
                  <a:moveTo>
                    <a:pt x="0" y="0"/>
                  </a:moveTo>
                  <a:lnTo>
                    <a:pt x="1513855" y="0"/>
                  </a:lnTo>
                  <a:lnTo>
                    <a:pt x="1513855" y="1036126"/>
                  </a:lnTo>
                  <a:lnTo>
                    <a:pt x="0" y="1036126"/>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80" name="Google Shape;180;p27"/>
            <p:cNvSpPr txBox="1"/>
            <p:nvPr/>
          </p:nvSpPr>
          <p:spPr>
            <a:xfrm>
              <a:off x="0" y="-38100"/>
              <a:ext cx="1513855" cy="1074226"/>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81" name="Google Shape;181;p27"/>
          <p:cNvGrpSpPr/>
          <p:nvPr/>
        </p:nvGrpSpPr>
        <p:grpSpPr>
          <a:xfrm rot="2700000">
            <a:off x="6782413" y="3941960"/>
            <a:ext cx="4602320" cy="2195587"/>
            <a:chOff x="0" y="-38100"/>
            <a:chExt cx="2424267" cy="1156523"/>
          </a:xfrm>
        </p:grpSpPr>
        <p:sp>
          <p:nvSpPr>
            <p:cNvPr id="182" name="Google Shape;182;p27"/>
            <p:cNvSpPr/>
            <p:nvPr/>
          </p:nvSpPr>
          <p:spPr>
            <a:xfrm>
              <a:off x="0" y="0"/>
              <a:ext cx="2424267" cy="1118423"/>
            </a:xfrm>
            <a:custGeom>
              <a:rect b="b" l="l" r="r" t="t"/>
              <a:pathLst>
                <a:path extrusionOk="0" h="1118423" w="2424267">
                  <a:moveTo>
                    <a:pt x="0" y="0"/>
                  </a:moveTo>
                  <a:lnTo>
                    <a:pt x="2424267" y="0"/>
                  </a:lnTo>
                  <a:lnTo>
                    <a:pt x="2424267" y="1118423"/>
                  </a:lnTo>
                  <a:lnTo>
                    <a:pt x="0" y="1118423"/>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83" name="Google Shape;183;p27"/>
            <p:cNvSpPr txBox="1"/>
            <p:nvPr/>
          </p:nvSpPr>
          <p:spPr>
            <a:xfrm>
              <a:off x="0" y="-38100"/>
              <a:ext cx="2424267" cy="1156523"/>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84" name="Google Shape;184;p27"/>
          <p:cNvGrpSpPr/>
          <p:nvPr/>
        </p:nvGrpSpPr>
        <p:grpSpPr>
          <a:xfrm rot="2700000">
            <a:off x="7867768" y="3610781"/>
            <a:ext cx="2166949" cy="1198519"/>
            <a:chOff x="0" y="-38100"/>
            <a:chExt cx="1141438" cy="631319"/>
          </a:xfrm>
        </p:grpSpPr>
        <p:sp>
          <p:nvSpPr>
            <p:cNvPr id="185" name="Google Shape;185;p27"/>
            <p:cNvSpPr/>
            <p:nvPr/>
          </p:nvSpPr>
          <p:spPr>
            <a:xfrm>
              <a:off x="0" y="0"/>
              <a:ext cx="1141438" cy="593219"/>
            </a:xfrm>
            <a:custGeom>
              <a:rect b="b" l="l" r="r" t="t"/>
              <a:pathLst>
                <a:path extrusionOk="0" h="593219" w="1141438">
                  <a:moveTo>
                    <a:pt x="0" y="0"/>
                  </a:moveTo>
                  <a:lnTo>
                    <a:pt x="1141438" y="0"/>
                  </a:lnTo>
                  <a:lnTo>
                    <a:pt x="1141438" y="593219"/>
                  </a:lnTo>
                  <a:lnTo>
                    <a:pt x="0" y="593219"/>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86" name="Google Shape;186;p27"/>
            <p:cNvSpPr txBox="1"/>
            <p:nvPr/>
          </p:nvSpPr>
          <p:spPr>
            <a:xfrm>
              <a:off x="0" y="-38100"/>
              <a:ext cx="1141438" cy="631319"/>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grpSp>
        <p:nvGrpSpPr>
          <p:cNvPr id="187" name="Google Shape;187;p27"/>
          <p:cNvGrpSpPr/>
          <p:nvPr/>
        </p:nvGrpSpPr>
        <p:grpSpPr>
          <a:xfrm>
            <a:off x="5720497" y="768985"/>
            <a:ext cx="3475712" cy="3475712"/>
            <a:chOff x="0" y="0"/>
            <a:chExt cx="812800" cy="812800"/>
          </a:xfrm>
        </p:grpSpPr>
        <p:sp>
          <p:nvSpPr>
            <p:cNvPr id="188" name="Google Shape;188;p27"/>
            <p:cNvSpPr/>
            <p:nvPr/>
          </p:nvSpPr>
          <p:spPr>
            <a:xfrm>
              <a:off x="0" y="0"/>
              <a:ext cx="812800" cy="812800"/>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89" name="Google Shape;189;p27"/>
            <p:cNvSpPr txBox="1"/>
            <p:nvPr/>
          </p:nvSpPr>
          <p:spPr>
            <a:xfrm>
              <a:off x="63500" y="25400"/>
              <a:ext cx="685800" cy="723900"/>
            </a:xfrm>
            <a:prstGeom prst="rect">
              <a:avLst/>
            </a:prstGeom>
            <a:noFill/>
            <a:ln>
              <a:noFill/>
            </a:ln>
          </p:spPr>
          <p:txBody>
            <a:bodyPr anchorCtr="0" anchor="ctr" bIns="29425" lIns="29425" spcFirstLastPara="1" rIns="29425" wrap="square" tIns="29425">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sp>
        <p:nvSpPr>
          <p:cNvPr id="190" name="Google Shape;190;p27"/>
          <p:cNvSpPr/>
          <p:nvPr/>
        </p:nvSpPr>
        <p:spPr>
          <a:xfrm>
            <a:off x="5937924" y="971034"/>
            <a:ext cx="3040859" cy="3040859"/>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rotWithShape="1">
            <a:blip r:embed="rId3">
              <a:alphaModFix/>
            </a:blip>
            <a:stretch>
              <a:fillRect b="0" l="-25045" r="-25045" t="0"/>
            </a:stretch>
          </a:blipFill>
          <a:ln cap="sq" cmpd="sng" w="171450">
            <a:solidFill>
              <a:srgbClr val="F3F3F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nvGrpSpPr>
          <p:cNvPr id="191" name="Google Shape;191;p27"/>
          <p:cNvGrpSpPr/>
          <p:nvPr/>
        </p:nvGrpSpPr>
        <p:grpSpPr>
          <a:xfrm>
            <a:off x="0" y="2985845"/>
            <a:ext cx="4224335" cy="431081"/>
            <a:chOff x="0" y="-38100"/>
            <a:chExt cx="4355842" cy="444500"/>
          </a:xfrm>
        </p:grpSpPr>
        <p:sp>
          <p:nvSpPr>
            <p:cNvPr id="192" name="Google Shape;192;p27"/>
            <p:cNvSpPr/>
            <p:nvPr/>
          </p:nvSpPr>
          <p:spPr>
            <a:xfrm>
              <a:off x="0" y="0"/>
              <a:ext cx="4355842" cy="406400"/>
            </a:xfrm>
            <a:custGeom>
              <a:rect b="b" l="l" r="r" t="t"/>
              <a:pathLst>
                <a:path extrusionOk="0" h="406400" w="4355842">
                  <a:moveTo>
                    <a:pt x="4152642" y="0"/>
                  </a:moveTo>
                  <a:lnTo>
                    <a:pt x="0" y="0"/>
                  </a:lnTo>
                  <a:lnTo>
                    <a:pt x="0" y="406400"/>
                  </a:lnTo>
                  <a:lnTo>
                    <a:pt x="4152642" y="406400"/>
                  </a:lnTo>
                  <a:lnTo>
                    <a:pt x="4355842" y="203200"/>
                  </a:lnTo>
                  <a:lnTo>
                    <a:pt x="4152642"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93" name="Google Shape;193;p27"/>
            <p:cNvSpPr txBox="1"/>
            <p:nvPr/>
          </p:nvSpPr>
          <p:spPr>
            <a:xfrm>
              <a:off x="0" y="-38100"/>
              <a:ext cx="4241542" cy="444500"/>
            </a:xfrm>
            <a:prstGeom prst="rect">
              <a:avLst/>
            </a:prstGeom>
            <a:noFill/>
            <a:ln>
              <a:noFill/>
            </a:ln>
          </p:spPr>
          <p:txBody>
            <a:bodyPr anchorCtr="0" anchor="ctr" bIns="25400" lIns="25400" spcFirstLastPara="1" rIns="25400" wrap="square" tIns="25400">
              <a:noAutofit/>
            </a:bodyPr>
            <a:lstStyle/>
            <a:p>
              <a:pPr indent="0" lvl="0" marL="0" marR="0" rtl="0" algn="ctr">
                <a:lnSpc>
                  <a:spcPct val="19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grpSp>
      <p:sp>
        <p:nvSpPr>
          <p:cNvPr id="194" name="Google Shape;194;p27"/>
          <p:cNvSpPr/>
          <p:nvPr/>
        </p:nvSpPr>
        <p:spPr>
          <a:xfrm>
            <a:off x="4814816" y="492813"/>
            <a:ext cx="857064" cy="159628"/>
          </a:xfrm>
          <a:custGeom>
            <a:rect b="b" l="l" r="r" t="t"/>
            <a:pathLst>
              <a:path extrusionOk="0" h="319256" w="1714127">
                <a:moveTo>
                  <a:pt x="0" y="0"/>
                </a:moveTo>
                <a:lnTo>
                  <a:pt x="1714127" y="0"/>
                </a:lnTo>
                <a:lnTo>
                  <a:pt x="1714127" y="319257"/>
                </a:lnTo>
                <a:lnTo>
                  <a:pt x="0" y="319257"/>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95" name="Google Shape;195;p27"/>
          <p:cNvSpPr/>
          <p:nvPr/>
        </p:nvSpPr>
        <p:spPr>
          <a:xfrm>
            <a:off x="8435937" y="4382878"/>
            <a:ext cx="857064" cy="159628"/>
          </a:xfrm>
          <a:custGeom>
            <a:rect b="b" l="l" r="r" t="t"/>
            <a:pathLst>
              <a:path extrusionOk="0" h="319256" w="1714127">
                <a:moveTo>
                  <a:pt x="0" y="0"/>
                </a:moveTo>
                <a:lnTo>
                  <a:pt x="1714127" y="0"/>
                </a:lnTo>
                <a:lnTo>
                  <a:pt x="1714127" y="319256"/>
                </a:lnTo>
                <a:lnTo>
                  <a:pt x="0" y="31925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96" name="Google Shape;196;p27"/>
          <p:cNvSpPr/>
          <p:nvPr/>
        </p:nvSpPr>
        <p:spPr>
          <a:xfrm>
            <a:off x="8726258" y="4572000"/>
            <a:ext cx="857064" cy="159628"/>
          </a:xfrm>
          <a:custGeom>
            <a:rect b="b" l="l" r="r" t="t"/>
            <a:pathLst>
              <a:path extrusionOk="0" h="319256" w="1714127">
                <a:moveTo>
                  <a:pt x="0" y="0"/>
                </a:moveTo>
                <a:lnTo>
                  <a:pt x="1714128" y="0"/>
                </a:lnTo>
                <a:lnTo>
                  <a:pt x="1714128" y="319256"/>
                </a:lnTo>
                <a:lnTo>
                  <a:pt x="0" y="319256"/>
                </a:lnTo>
                <a:lnTo>
                  <a:pt x="0" y="0"/>
                </a:lnTo>
                <a:close/>
              </a:path>
            </a:pathLst>
          </a:custGeom>
          <a:blipFill rotWithShape="1">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700" u="none" cap="none" strike="noStrike">
              <a:solidFill>
                <a:srgbClr val="000000"/>
              </a:solidFill>
              <a:latin typeface="Arial"/>
              <a:ea typeface="Arial"/>
              <a:cs typeface="Arial"/>
              <a:sym typeface="Arial"/>
            </a:endParaRPr>
          </a:p>
        </p:txBody>
      </p:sp>
      <p:sp>
        <p:nvSpPr>
          <p:cNvPr id="197" name="Google Shape;197;p27"/>
          <p:cNvSpPr txBox="1"/>
          <p:nvPr/>
        </p:nvSpPr>
        <p:spPr>
          <a:xfrm>
            <a:off x="466725" y="1642450"/>
            <a:ext cx="4005000" cy="1239900"/>
          </a:xfrm>
          <a:prstGeom prst="rect">
            <a:avLst/>
          </a:prstGeom>
          <a:noFill/>
          <a:ln>
            <a:noFill/>
          </a:ln>
        </p:spPr>
        <p:txBody>
          <a:bodyPr anchorCtr="0" anchor="t" bIns="0" lIns="0" spcFirstLastPara="1" rIns="0" wrap="square" tIns="0">
            <a:spAutoFit/>
          </a:bodyPr>
          <a:lstStyle/>
          <a:p>
            <a:pPr indent="0" lvl="0" marL="0" marR="0" rtl="0" algn="l">
              <a:lnSpc>
                <a:spcPct val="119989"/>
              </a:lnSpc>
              <a:spcBef>
                <a:spcPts val="0"/>
              </a:spcBef>
              <a:spcAft>
                <a:spcPts val="0"/>
              </a:spcAft>
              <a:buNone/>
            </a:pPr>
            <a:r>
              <a:rPr b="1" i="0" lang="en-US" sz="3662" u="none" cap="none" strike="noStrike">
                <a:solidFill>
                  <a:srgbClr val="0D358D"/>
                </a:solidFill>
                <a:latin typeface="Times New Roman"/>
                <a:ea typeface="Times New Roman"/>
                <a:cs typeface="Times New Roman"/>
                <a:sym typeface="Times New Roman"/>
              </a:rPr>
              <a:t>Seashell Rarity Predictor</a:t>
            </a:r>
            <a:endParaRPr>
              <a:latin typeface="Times New Roman"/>
              <a:ea typeface="Times New Roman"/>
              <a:cs typeface="Times New Roman"/>
              <a:sym typeface="Times New Roman"/>
            </a:endParaRPr>
          </a:p>
        </p:txBody>
      </p:sp>
      <p:sp>
        <p:nvSpPr>
          <p:cNvPr id="198" name="Google Shape;198;p27"/>
          <p:cNvSpPr txBox="1"/>
          <p:nvPr/>
        </p:nvSpPr>
        <p:spPr>
          <a:xfrm>
            <a:off x="466725" y="3100839"/>
            <a:ext cx="3809409" cy="243656"/>
          </a:xfrm>
          <a:prstGeom prst="rect">
            <a:avLst/>
          </a:prstGeom>
          <a:noFill/>
          <a:ln>
            <a:noFill/>
          </a:ln>
        </p:spPr>
        <p:txBody>
          <a:bodyPr anchorCtr="0" anchor="t" bIns="0" lIns="0" spcFirstLastPara="1" rIns="0" wrap="square" tIns="0">
            <a:spAutoFit/>
          </a:bodyPr>
          <a:lstStyle/>
          <a:p>
            <a:pPr indent="0" lvl="0" marL="0" marR="0" rtl="0" algn="l">
              <a:lnSpc>
                <a:spcPct val="120086"/>
              </a:lnSpc>
              <a:spcBef>
                <a:spcPts val="0"/>
              </a:spcBef>
              <a:spcAft>
                <a:spcPts val="0"/>
              </a:spcAft>
              <a:buNone/>
            </a:pPr>
            <a:r>
              <a:rPr b="1" i="0" lang="en-US" sz="1618" u="none" cap="none" strike="noStrike">
                <a:solidFill>
                  <a:srgbClr val="FFFFFF"/>
                </a:solidFill>
                <a:latin typeface="Play"/>
                <a:ea typeface="Play"/>
                <a:cs typeface="Play"/>
                <a:sym typeface="Play"/>
              </a:rPr>
              <a:t>PRESENTATION 2026</a:t>
            </a:r>
            <a:endParaRPr/>
          </a:p>
        </p:txBody>
      </p:sp>
      <p:grpSp>
        <p:nvGrpSpPr>
          <p:cNvPr id="199" name="Google Shape;199;p27"/>
          <p:cNvGrpSpPr/>
          <p:nvPr/>
        </p:nvGrpSpPr>
        <p:grpSpPr>
          <a:xfrm>
            <a:off x="215860" y="4283414"/>
            <a:ext cx="2058671" cy="690784"/>
            <a:chOff x="378050" y="4295282"/>
            <a:chExt cx="2058671" cy="690784"/>
          </a:xfrm>
        </p:grpSpPr>
        <p:sp>
          <p:nvSpPr>
            <p:cNvPr id="200" name="Google Shape;200;p27"/>
            <p:cNvSpPr txBox="1"/>
            <p:nvPr/>
          </p:nvSpPr>
          <p:spPr>
            <a:xfrm>
              <a:off x="803221" y="4295282"/>
              <a:ext cx="1633432" cy="154209"/>
            </a:xfrm>
            <a:prstGeom prst="rect">
              <a:avLst/>
            </a:prstGeom>
            <a:noFill/>
            <a:ln>
              <a:noFill/>
            </a:ln>
          </p:spPr>
          <p:txBody>
            <a:bodyPr anchorCtr="0" anchor="t" bIns="0" lIns="0" spcFirstLastPara="1" rIns="0" wrap="square" tIns="0">
              <a:spAutoFit/>
            </a:bodyPr>
            <a:lstStyle/>
            <a:p>
              <a:pPr indent="0" lvl="0" marL="0" marR="0" rtl="0" algn="l">
                <a:lnSpc>
                  <a:spcPct val="129600"/>
                </a:lnSpc>
                <a:spcBef>
                  <a:spcPts val="0"/>
                </a:spcBef>
                <a:spcAft>
                  <a:spcPts val="0"/>
                </a:spcAft>
                <a:buNone/>
              </a:pPr>
              <a:r>
                <a:rPr b="0" i="0" lang="en-US" sz="1000" u="none" cap="none" strike="noStrike">
                  <a:solidFill>
                    <a:srgbClr val="000000"/>
                  </a:solidFill>
                  <a:latin typeface="Play"/>
                  <a:ea typeface="Play"/>
                  <a:cs typeface="Play"/>
                  <a:sym typeface="Play"/>
                </a:rPr>
                <a:t>Student Name</a:t>
              </a:r>
              <a:endParaRPr/>
            </a:p>
          </p:txBody>
        </p:sp>
        <p:sp>
          <p:nvSpPr>
            <p:cNvPr id="201" name="Google Shape;201;p27"/>
            <p:cNvSpPr txBox="1"/>
            <p:nvPr/>
          </p:nvSpPr>
          <p:spPr>
            <a:xfrm>
              <a:off x="803221" y="4456866"/>
              <a:ext cx="1633500" cy="529200"/>
            </a:xfrm>
            <a:prstGeom prst="rect">
              <a:avLst/>
            </a:prstGeom>
            <a:noFill/>
            <a:ln>
              <a:noFill/>
            </a:ln>
          </p:spPr>
          <p:txBody>
            <a:bodyPr anchorCtr="0" anchor="t" bIns="0" lIns="0" spcFirstLastPara="1" rIns="0" wrap="square" tIns="0">
              <a:spAutoFit/>
            </a:bodyPr>
            <a:lstStyle/>
            <a:p>
              <a:pPr indent="0" lvl="0" marL="0" marR="0" rtl="0" algn="l">
                <a:lnSpc>
                  <a:spcPct val="145571"/>
                </a:lnSpc>
                <a:spcBef>
                  <a:spcPts val="0"/>
                </a:spcBef>
                <a:spcAft>
                  <a:spcPts val="0"/>
                </a:spcAft>
                <a:buNone/>
              </a:pPr>
              <a:r>
                <a:rPr b="1" lang="en-US">
                  <a:solidFill>
                    <a:srgbClr val="0D358D"/>
                  </a:solidFill>
                  <a:latin typeface="Play"/>
                  <a:ea typeface="Play"/>
                  <a:cs typeface="Play"/>
                  <a:sym typeface="Play"/>
                </a:rPr>
                <a:t>Kashish Rathod</a:t>
              </a:r>
              <a:endParaRPr b="1">
                <a:solidFill>
                  <a:srgbClr val="0D358D"/>
                </a:solidFill>
                <a:latin typeface="Play"/>
                <a:ea typeface="Play"/>
                <a:cs typeface="Play"/>
                <a:sym typeface="Play"/>
              </a:endParaRPr>
            </a:p>
            <a:p>
              <a:pPr indent="0" lvl="0" marL="0" marR="0" rtl="0" algn="l">
                <a:lnSpc>
                  <a:spcPct val="145571"/>
                </a:lnSpc>
                <a:spcBef>
                  <a:spcPts val="0"/>
                </a:spcBef>
                <a:spcAft>
                  <a:spcPts val="0"/>
                </a:spcAft>
                <a:buNone/>
              </a:pPr>
              <a:r>
                <a:rPr b="1" lang="en-US">
                  <a:solidFill>
                    <a:srgbClr val="0D358D"/>
                  </a:solidFill>
                  <a:latin typeface="Play"/>
                  <a:ea typeface="Play"/>
                  <a:cs typeface="Play"/>
                  <a:sym typeface="Play"/>
                </a:rPr>
                <a:t>Siddhi Kangutkar</a:t>
              </a:r>
              <a:endParaRPr b="1">
                <a:solidFill>
                  <a:srgbClr val="0D358D"/>
                </a:solidFill>
                <a:latin typeface="Play"/>
                <a:ea typeface="Play"/>
                <a:cs typeface="Play"/>
                <a:sym typeface="Play"/>
              </a:endParaRPr>
            </a:p>
          </p:txBody>
        </p:sp>
        <p:pic>
          <p:nvPicPr>
            <p:cNvPr descr="A blue circle with a person and a envelope in it&#10;&#10;AI-generated content may be incorrect." id="202" name="Google Shape;202;p27"/>
            <p:cNvPicPr preferRelativeResize="0"/>
            <p:nvPr/>
          </p:nvPicPr>
          <p:blipFill rotWithShape="1">
            <a:blip r:embed="rId5">
              <a:alphaModFix/>
            </a:blip>
            <a:srcRect b="53700" l="26756" r="27841" t="2453"/>
            <a:stretch/>
          </p:blipFill>
          <p:spPr>
            <a:xfrm>
              <a:off x="378050" y="4320144"/>
              <a:ext cx="395331" cy="381795"/>
            </a:xfrm>
            <a:prstGeom prst="rect">
              <a:avLst/>
            </a:prstGeom>
            <a:noFill/>
            <a:ln>
              <a:noFill/>
            </a:ln>
          </p:spPr>
        </p:pic>
      </p:grpSp>
      <p:grpSp>
        <p:nvGrpSpPr>
          <p:cNvPr id="203" name="Google Shape;203;p27"/>
          <p:cNvGrpSpPr/>
          <p:nvPr/>
        </p:nvGrpSpPr>
        <p:grpSpPr>
          <a:xfrm>
            <a:off x="2111791" y="4287380"/>
            <a:ext cx="2701637" cy="577384"/>
            <a:chOff x="2710862" y="4295282"/>
            <a:chExt cx="2701637" cy="577384"/>
          </a:xfrm>
        </p:grpSpPr>
        <p:sp>
          <p:nvSpPr>
            <p:cNvPr id="204" name="Google Shape;204;p27"/>
            <p:cNvSpPr txBox="1"/>
            <p:nvPr/>
          </p:nvSpPr>
          <p:spPr>
            <a:xfrm>
              <a:off x="3139699" y="4295282"/>
              <a:ext cx="1809978" cy="154209"/>
            </a:xfrm>
            <a:prstGeom prst="rect">
              <a:avLst/>
            </a:prstGeom>
            <a:noFill/>
            <a:ln>
              <a:noFill/>
            </a:ln>
          </p:spPr>
          <p:txBody>
            <a:bodyPr anchorCtr="0" anchor="t" bIns="0" lIns="0" spcFirstLastPara="1" rIns="0" wrap="square" tIns="0">
              <a:spAutoFit/>
            </a:bodyPr>
            <a:lstStyle/>
            <a:p>
              <a:pPr indent="0" lvl="0" marL="0" marR="0" rtl="0" algn="l">
                <a:lnSpc>
                  <a:spcPct val="129600"/>
                </a:lnSpc>
                <a:spcBef>
                  <a:spcPts val="0"/>
                </a:spcBef>
                <a:spcAft>
                  <a:spcPts val="0"/>
                </a:spcAft>
                <a:buNone/>
              </a:pPr>
              <a:r>
                <a:rPr b="0" i="0" lang="en-US" sz="1000" u="none" cap="none" strike="noStrike">
                  <a:solidFill>
                    <a:srgbClr val="000000"/>
                  </a:solidFill>
                  <a:latin typeface="Play"/>
                  <a:ea typeface="Play"/>
                  <a:cs typeface="Play"/>
                  <a:sym typeface="Play"/>
                </a:rPr>
                <a:t>Student Email</a:t>
              </a:r>
              <a:endParaRPr/>
            </a:p>
          </p:txBody>
        </p:sp>
        <p:sp>
          <p:nvSpPr>
            <p:cNvPr id="205" name="Google Shape;205;p27"/>
            <p:cNvSpPr txBox="1"/>
            <p:nvPr/>
          </p:nvSpPr>
          <p:spPr>
            <a:xfrm>
              <a:off x="3139699" y="4456866"/>
              <a:ext cx="2272800" cy="415800"/>
            </a:xfrm>
            <a:prstGeom prst="rect">
              <a:avLst/>
            </a:prstGeom>
            <a:noFill/>
            <a:ln>
              <a:noFill/>
            </a:ln>
          </p:spPr>
          <p:txBody>
            <a:bodyPr anchorCtr="0" anchor="t" bIns="0" lIns="0" spcFirstLastPara="1" rIns="0" wrap="square" tIns="0">
              <a:spAutoFit/>
            </a:bodyPr>
            <a:lstStyle/>
            <a:p>
              <a:pPr indent="0" lvl="0" marL="0" marR="0" rtl="0" algn="l">
                <a:lnSpc>
                  <a:spcPct val="145571"/>
                </a:lnSpc>
                <a:spcBef>
                  <a:spcPts val="0"/>
                </a:spcBef>
                <a:spcAft>
                  <a:spcPts val="0"/>
                </a:spcAft>
                <a:buNone/>
              </a:pPr>
              <a:r>
                <a:rPr b="1" lang="en-US" sz="1100" u="sng">
                  <a:solidFill>
                    <a:schemeClr val="hlink"/>
                  </a:solidFill>
                  <a:latin typeface="Play"/>
                  <a:ea typeface="Play"/>
                  <a:cs typeface="Play"/>
                  <a:sym typeface="Play"/>
                  <a:hlinkClick r:id="rId6"/>
                </a:rPr>
                <a:t>rathod.kashish@universal.edu.in</a:t>
              </a:r>
              <a:endParaRPr b="1" sz="1100">
                <a:solidFill>
                  <a:srgbClr val="0D358D"/>
                </a:solidFill>
                <a:latin typeface="Play"/>
                <a:ea typeface="Play"/>
                <a:cs typeface="Play"/>
                <a:sym typeface="Play"/>
              </a:endParaRPr>
            </a:p>
            <a:p>
              <a:pPr indent="0" lvl="0" marL="0" marR="0" rtl="0" algn="l">
                <a:lnSpc>
                  <a:spcPct val="145571"/>
                </a:lnSpc>
                <a:spcBef>
                  <a:spcPts val="0"/>
                </a:spcBef>
                <a:spcAft>
                  <a:spcPts val="0"/>
                </a:spcAft>
                <a:buNone/>
              </a:pPr>
              <a:r>
                <a:rPr b="1" lang="en-US" sz="1100" u="sng">
                  <a:solidFill>
                    <a:schemeClr val="hlink"/>
                  </a:solidFill>
                  <a:latin typeface="Play"/>
                  <a:ea typeface="Play"/>
                  <a:cs typeface="Play"/>
                  <a:sym typeface="Play"/>
                  <a:hlinkClick r:id="rId7"/>
                </a:rPr>
                <a:t>siddhikangutkar2@gmail.com</a:t>
              </a:r>
              <a:endParaRPr b="1" sz="1100">
                <a:solidFill>
                  <a:srgbClr val="0D358D"/>
                </a:solidFill>
                <a:latin typeface="Play"/>
                <a:ea typeface="Play"/>
                <a:cs typeface="Play"/>
                <a:sym typeface="Play"/>
              </a:endParaRPr>
            </a:p>
          </p:txBody>
        </p:sp>
        <p:pic>
          <p:nvPicPr>
            <p:cNvPr descr="A blue circle with a person and a envelope in it&#10;&#10;AI-generated content may be incorrect." id="206" name="Google Shape;206;p27"/>
            <p:cNvPicPr preferRelativeResize="0"/>
            <p:nvPr/>
          </p:nvPicPr>
          <p:blipFill rotWithShape="1">
            <a:blip r:embed="rId5">
              <a:alphaModFix/>
            </a:blip>
            <a:srcRect b="2349" l="26859" r="26873" t="52379"/>
            <a:stretch/>
          </p:blipFill>
          <p:spPr>
            <a:xfrm>
              <a:off x="2710862" y="4307522"/>
              <a:ext cx="398279" cy="389719"/>
            </a:xfrm>
            <a:prstGeom prst="rect">
              <a:avLst/>
            </a:prstGeom>
            <a:noFill/>
            <a:ln>
              <a:noFill/>
            </a:ln>
          </p:spPr>
        </p:pic>
      </p:grpSp>
      <p:grpSp>
        <p:nvGrpSpPr>
          <p:cNvPr id="207" name="Google Shape;207;p27"/>
          <p:cNvGrpSpPr/>
          <p:nvPr/>
        </p:nvGrpSpPr>
        <p:grpSpPr>
          <a:xfrm>
            <a:off x="5222472" y="4268195"/>
            <a:ext cx="1809900" cy="668805"/>
            <a:chOff x="3852362" y="4279457"/>
            <a:chExt cx="1809900" cy="668805"/>
          </a:xfrm>
        </p:grpSpPr>
        <p:sp>
          <p:nvSpPr>
            <p:cNvPr id="208" name="Google Shape;208;p27"/>
            <p:cNvSpPr txBox="1"/>
            <p:nvPr/>
          </p:nvSpPr>
          <p:spPr>
            <a:xfrm>
              <a:off x="3852362" y="4279457"/>
              <a:ext cx="1809900" cy="153900"/>
            </a:xfrm>
            <a:prstGeom prst="rect">
              <a:avLst/>
            </a:prstGeom>
            <a:noFill/>
            <a:ln>
              <a:noFill/>
            </a:ln>
          </p:spPr>
          <p:txBody>
            <a:bodyPr anchorCtr="0" anchor="t" bIns="0" lIns="0" spcFirstLastPara="1" rIns="0" wrap="square" tIns="0">
              <a:spAutoFit/>
            </a:bodyPr>
            <a:lstStyle/>
            <a:p>
              <a:pPr indent="0" lvl="0" marL="0" marR="0" rtl="0" algn="l">
                <a:lnSpc>
                  <a:spcPct val="129600"/>
                </a:lnSpc>
                <a:spcBef>
                  <a:spcPts val="0"/>
                </a:spcBef>
                <a:spcAft>
                  <a:spcPts val="0"/>
                </a:spcAft>
                <a:buNone/>
              </a:pPr>
              <a:r>
                <a:rPr b="0" i="0" lang="en-US" sz="1000" u="none" cap="none" strike="noStrike">
                  <a:solidFill>
                    <a:srgbClr val="000000"/>
                  </a:solidFill>
                  <a:latin typeface="Play"/>
                  <a:ea typeface="Play"/>
                  <a:cs typeface="Play"/>
                  <a:sym typeface="Play"/>
                </a:rPr>
                <a:t>Guide</a:t>
              </a:r>
              <a:endParaRPr/>
            </a:p>
          </p:txBody>
        </p:sp>
        <p:sp>
          <p:nvSpPr>
            <p:cNvPr id="209" name="Google Shape;209;p27"/>
            <p:cNvSpPr txBox="1"/>
            <p:nvPr/>
          </p:nvSpPr>
          <p:spPr>
            <a:xfrm>
              <a:off x="4177917" y="4456862"/>
              <a:ext cx="1234800" cy="491400"/>
            </a:xfrm>
            <a:prstGeom prst="rect">
              <a:avLst/>
            </a:prstGeom>
            <a:noFill/>
            <a:ln>
              <a:noFill/>
            </a:ln>
          </p:spPr>
          <p:txBody>
            <a:bodyPr anchorCtr="0" anchor="t" bIns="0" lIns="0" spcFirstLastPara="1" rIns="0" wrap="square" tIns="0">
              <a:spAutoFit/>
            </a:bodyPr>
            <a:lstStyle/>
            <a:p>
              <a:pPr indent="0" lvl="0" marL="0" marR="0" rtl="0" algn="l">
                <a:lnSpc>
                  <a:spcPct val="145571"/>
                </a:lnSpc>
                <a:spcBef>
                  <a:spcPts val="0"/>
                </a:spcBef>
                <a:spcAft>
                  <a:spcPts val="0"/>
                </a:spcAft>
                <a:buNone/>
              </a:pPr>
              <a:r>
                <a:rPr b="1" lang="en-US" sz="1300">
                  <a:solidFill>
                    <a:srgbClr val="0D358D"/>
                  </a:solidFill>
                  <a:latin typeface="Play"/>
                  <a:ea typeface="Play"/>
                  <a:cs typeface="Play"/>
                  <a:sym typeface="Play"/>
                </a:rPr>
                <a:t>Mr.Lokesh Chakranarayan</a:t>
              </a:r>
              <a:endParaRPr sz="1300"/>
            </a:p>
          </p:txBody>
        </p:sp>
      </p:grpSp>
      <p:pic>
        <p:nvPicPr>
          <p:cNvPr id="210" name="Google Shape;210;p27"/>
          <p:cNvPicPr preferRelativeResize="0"/>
          <p:nvPr/>
        </p:nvPicPr>
        <p:blipFill rotWithShape="1">
          <a:blip r:embed="rId8">
            <a:alphaModFix/>
          </a:blip>
          <a:srcRect b="49509" l="28109" r="28551" t="6545"/>
          <a:stretch/>
        </p:blipFill>
        <p:spPr>
          <a:xfrm>
            <a:off x="4830043" y="4349539"/>
            <a:ext cx="375816" cy="381062"/>
          </a:xfrm>
          <a:prstGeom prst="rect">
            <a:avLst/>
          </a:prstGeom>
          <a:noFill/>
          <a:ln>
            <a:noFill/>
          </a:ln>
        </p:spPr>
      </p:pic>
      <p:grpSp>
        <p:nvGrpSpPr>
          <p:cNvPr id="211" name="Google Shape;211;p27"/>
          <p:cNvGrpSpPr/>
          <p:nvPr/>
        </p:nvGrpSpPr>
        <p:grpSpPr>
          <a:xfrm>
            <a:off x="428531" y="723117"/>
            <a:ext cx="3828596" cy="358658"/>
            <a:chOff x="317090" y="723117"/>
            <a:chExt cx="3402811" cy="318771"/>
          </a:xfrm>
        </p:grpSpPr>
        <p:pic>
          <p:nvPicPr>
            <p:cNvPr descr="A close up of a logo&#10;&#10;AI-generated content may be incorrect." id="212" name="Google Shape;212;p27"/>
            <p:cNvPicPr preferRelativeResize="0"/>
            <p:nvPr/>
          </p:nvPicPr>
          <p:blipFill rotWithShape="1">
            <a:blip r:embed="rId9">
              <a:alphaModFix/>
            </a:blip>
            <a:srcRect b="19157" l="0" r="0" t="19648"/>
            <a:stretch/>
          </p:blipFill>
          <p:spPr>
            <a:xfrm>
              <a:off x="317090" y="768985"/>
              <a:ext cx="898442" cy="202049"/>
            </a:xfrm>
            <a:prstGeom prst="rect">
              <a:avLst/>
            </a:prstGeom>
            <a:noFill/>
            <a:ln>
              <a:noFill/>
            </a:ln>
          </p:spPr>
        </p:pic>
        <p:pic>
          <p:nvPicPr>
            <p:cNvPr descr="A blue and black logo&#10;&#10;AI-generated content may be incorrect." id="213" name="Google Shape;213;p27"/>
            <p:cNvPicPr preferRelativeResize="0"/>
            <p:nvPr/>
          </p:nvPicPr>
          <p:blipFill rotWithShape="1">
            <a:blip r:embed="rId10">
              <a:alphaModFix/>
            </a:blip>
            <a:srcRect b="0" l="0" r="0" t="0"/>
            <a:stretch/>
          </p:blipFill>
          <p:spPr>
            <a:xfrm>
              <a:off x="1284656" y="798128"/>
              <a:ext cx="562495" cy="141182"/>
            </a:xfrm>
            <a:prstGeom prst="rect">
              <a:avLst/>
            </a:prstGeom>
            <a:noFill/>
            <a:ln>
              <a:noFill/>
            </a:ln>
          </p:spPr>
        </p:pic>
        <p:pic>
          <p:nvPicPr>
            <p:cNvPr descr="A close up of a logo&#10;&#10;AI-generated content may be incorrect." id="214" name="Google Shape;214;p27"/>
            <p:cNvPicPr preferRelativeResize="0"/>
            <p:nvPr/>
          </p:nvPicPr>
          <p:blipFill rotWithShape="1">
            <a:blip r:embed="rId11">
              <a:alphaModFix/>
            </a:blip>
            <a:srcRect b="0" l="0" r="0" t="0"/>
            <a:stretch/>
          </p:blipFill>
          <p:spPr>
            <a:xfrm>
              <a:off x="2636460" y="792102"/>
              <a:ext cx="501675" cy="163167"/>
            </a:xfrm>
            <a:prstGeom prst="rect">
              <a:avLst/>
            </a:prstGeom>
            <a:noFill/>
            <a:ln>
              <a:noFill/>
            </a:ln>
          </p:spPr>
        </p:pic>
        <p:pic>
          <p:nvPicPr>
            <p:cNvPr id="215" name="Google Shape;215;p27"/>
            <p:cNvPicPr preferRelativeResize="0"/>
            <p:nvPr/>
          </p:nvPicPr>
          <p:blipFill rotWithShape="1">
            <a:blip r:embed="rId12">
              <a:alphaModFix/>
            </a:blip>
            <a:srcRect b="0" l="0" r="0" t="0"/>
            <a:stretch/>
          </p:blipFill>
          <p:spPr>
            <a:xfrm>
              <a:off x="3398442" y="792102"/>
              <a:ext cx="321459" cy="164179"/>
            </a:xfrm>
            <a:prstGeom prst="rect">
              <a:avLst/>
            </a:prstGeom>
            <a:noFill/>
            <a:ln>
              <a:noFill/>
            </a:ln>
          </p:spPr>
        </p:pic>
        <p:pic>
          <p:nvPicPr>
            <p:cNvPr descr="A black and white image&#10;&#10;AI-generated content may be incorrect." id="216" name="Google Shape;216;p27"/>
            <p:cNvPicPr preferRelativeResize="0"/>
            <p:nvPr/>
          </p:nvPicPr>
          <p:blipFill rotWithShape="1">
            <a:blip r:embed="rId13">
              <a:alphaModFix/>
            </a:blip>
            <a:srcRect b="17251" l="0" r="0" t="19206"/>
            <a:stretch/>
          </p:blipFill>
          <p:spPr>
            <a:xfrm>
              <a:off x="2023625" y="723117"/>
              <a:ext cx="501676" cy="318771"/>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 name="Shape 221"/>
        <p:cNvGrpSpPr/>
        <p:nvPr/>
      </p:nvGrpSpPr>
      <p:grpSpPr>
        <a:xfrm>
          <a:off x="0" y="0"/>
          <a:ext cx="0" cy="0"/>
          <a:chOff x="0" y="0"/>
          <a:chExt cx="0" cy="0"/>
        </a:xfrm>
      </p:grpSpPr>
      <p:sp>
        <p:nvSpPr>
          <p:cNvPr id="222" name="Google Shape;222;p28"/>
          <p:cNvSpPr txBox="1"/>
          <p:nvPr/>
        </p:nvSpPr>
        <p:spPr>
          <a:xfrm>
            <a:off x="133070" y="629133"/>
            <a:ext cx="4624216"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200" u="none" cap="none" strike="noStrike">
                <a:solidFill>
                  <a:srgbClr val="002060"/>
                </a:solidFill>
                <a:latin typeface="Arial"/>
                <a:ea typeface="Arial"/>
                <a:cs typeface="Arial"/>
                <a:sym typeface="Arial"/>
              </a:rPr>
              <a:t>OUTLINE</a:t>
            </a:r>
            <a:endParaRPr b="1" i="0" sz="2200" u="none" cap="none" strike="noStrike">
              <a:solidFill>
                <a:srgbClr val="000000"/>
              </a:solidFill>
              <a:latin typeface="Arial"/>
              <a:ea typeface="Arial"/>
              <a:cs typeface="Arial"/>
              <a:sym typeface="Arial"/>
            </a:endParaRPr>
          </a:p>
        </p:txBody>
      </p:sp>
      <p:sp>
        <p:nvSpPr>
          <p:cNvPr id="223" name="Google Shape;223;p28"/>
          <p:cNvSpPr txBox="1"/>
          <p:nvPr/>
        </p:nvSpPr>
        <p:spPr>
          <a:xfrm>
            <a:off x="125239" y="1104923"/>
            <a:ext cx="4446761" cy="3026470"/>
          </a:xfrm>
          <a:prstGeom prst="rect">
            <a:avLst/>
          </a:prstGeom>
          <a:noFill/>
          <a:ln>
            <a:noFill/>
          </a:ln>
        </p:spPr>
        <p:txBody>
          <a:bodyPr anchorCtr="0" anchor="t" bIns="45700" lIns="91425" spcFirstLastPara="1" rIns="91425" wrap="square" tIns="45700">
            <a:spAutoFit/>
          </a:bodyPr>
          <a:lstStyle/>
          <a:p>
            <a:pPr indent="-228600" lvl="0" marL="228600" marR="0" rtl="0" algn="l">
              <a:lnSpc>
                <a:spcPct val="100000"/>
              </a:lnSpc>
              <a:spcBef>
                <a:spcPts val="0"/>
              </a:spcBef>
              <a:spcAft>
                <a:spcPts val="0"/>
              </a:spcAft>
              <a:buClr>
                <a:srgbClr val="000000"/>
              </a:buClr>
              <a:buSzPts val="1800"/>
              <a:buFont typeface="Arial"/>
              <a:buChar char="•"/>
            </a:pPr>
            <a:r>
              <a:rPr b="0" i="0" lang="en-US" sz="1800" u="none" cap="none" strike="noStrike">
                <a:solidFill>
                  <a:schemeClr val="dk1"/>
                </a:solidFill>
                <a:latin typeface="Play"/>
                <a:ea typeface="Play"/>
                <a:cs typeface="Play"/>
                <a:sym typeface="Play"/>
              </a:rPr>
              <a:t>Abstract of the Project</a:t>
            </a:r>
            <a:endParaRPr b="0" i="0" sz="1800" u="none" cap="none" strike="noStrike">
              <a:solidFill>
                <a:schemeClr val="dk1"/>
              </a:solidFill>
              <a:latin typeface="Play"/>
              <a:ea typeface="Play"/>
              <a:cs typeface="Play"/>
              <a:sym typeface="Play"/>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Problem Statement</a:t>
            </a:r>
            <a:endParaRPr b="0" i="0" sz="1800" u="none" cap="none" strike="noStrike">
              <a:solidFill>
                <a:srgbClr val="000000"/>
              </a:solidFill>
              <a:latin typeface="Play"/>
              <a:ea typeface="Play"/>
              <a:cs typeface="Play"/>
              <a:sym typeface="Play"/>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Proposed Solution</a:t>
            </a:r>
            <a:endParaRPr b="0" i="0" sz="1800" u="none" cap="none" strike="noStrike">
              <a:solidFill>
                <a:srgbClr val="000000"/>
              </a:solidFill>
              <a:latin typeface="Play"/>
              <a:ea typeface="Play"/>
              <a:cs typeface="Play"/>
              <a:sym typeface="Play"/>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System Architecture</a:t>
            </a:r>
            <a:endParaRPr b="0" i="0" sz="1800" u="none" cap="none" strike="noStrike">
              <a:solidFill>
                <a:srgbClr val="000000"/>
              </a:solidFill>
              <a:latin typeface="Play"/>
              <a:ea typeface="Play"/>
              <a:cs typeface="Play"/>
              <a:sym typeface="Play"/>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Live Demo of the Project</a:t>
            </a:r>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Embedded Video of Project</a:t>
            </a:r>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Conclusion</a:t>
            </a:r>
            <a:endParaRPr b="0" i="0" sz="1800" u="none" cap="none" strike="noStrike">
              <a:solidFill>
                <a:srgbClr val="000000"/>
              </a:solidFill>
              <a:latin typeface="Play"/>
              <a:ea typeface="Play"/>
              <a:cs typeface="Play"/>
              <a:sym typeface="Play"/>
            </a:endParaRPr>
          </a:p>
          <a:p>
            <a:pPr indent="-228600" lvl="0" marL="228600" marR="0" rtl="0" algn="l">
              <a:lnSpc>
                <a:spcPct val="100000"/>
              </a:lnSpc>
              <a:spcBef>
                <a:spcPts val="800"/>
              </a:spcBef>
              <a:spcAft>
                <a:spcPts val="0"/>
              </a:spcAft>
              <a:buClr>
                <a:srgbClr val="000000"/>
              </a:buClr>
              <a:buSzPts val="1800"/>
              <a:buFont typeface="Arial"/>
              <a:buChar char="•"/>
            </a:pPr>
            <a:r>
              <a:rPr b="0" i="0" lang="en-US" sz="1800" u="none" cap="none" strike="noStrike">
                <a:solidFill>
                  <a:srgbClr val="000000"/>
                </a:solidFill>
                <a:latin typeface="Play"/>
                <a:ea typeface="Play"/>
                <a:cs typeface="Play"/>
                <a:sym typeface="Play"/>
              </a:rPr>
              <a:t>Future Scope</a:t>
            </a:r>
            <a:endParaRPr/>
          </a:p>
        </p:txBody>
      </p:sp>
      <p:pic>
        <p:nvPicPr>
          <p:cNvPr descr="A screen shot of a computer&#10;&#10;AI-generated content may be incorrect." id="224" name="Google Shape;224;p28"/>
          <p:cNvPicPr preferRelativeResize="0"/>
          <p:nvPr/>
        </p:nvPicPr>
        <p:blipFill rotWithShape="1">
          <a:blip r:embed="rId3">
            <a:alphaModFix/>
          </a:blip>
          <a:srcRect b="28715" l="25250" r="18976" t="7320"/>
          <a:stretch/>
        </p:blipFill>
        <p:spPr>
          <a:xfrm>
            <a:off x="5586642" y="840676"/>
            <a:ext cx="2868706" cy="3290047"/>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29"/>
          <p:cNvSpPr txBox="1"/>
          <p:nvPr>
            <p:ph type="title"/>
          </p:nvPr>
        </p:nvSpPr>
        <p:spPr>
          <a:xfrm>
            <a:off x="143433" y="641258"/>
            <a:ext cx="8520113" cy="431800"/>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i="0" lang="en-US" sz="2200" u="none" cap="none" strike="noStrike">
                <a:solidFill>
                  <a:srgbClr val="002060"/>
                </a:solidFill>
                <a:latin typeface="Arial"/>
                <a:ea typeface="Arial"/>
                <a:cs typeface="Arial"/>
                <a:sym typeface="Arial"/>
              </a:rPr>
              <a:t>Abstract</a:t>
            </a:r>
            <a:endParaRPr b="1" sz="2200">
              <a:solidFill>
                <a:srgbClr val="002060"/>
              </a:solidFill>
              <a:latin typeface="Arial"/>
              <a:ea typeface="Arial"/>
              <a:cs typeface="Arial"/>
              <a:sym typeface="Arial"/>
            </a:endParaRPr>
          </a:p>
        </p:txBody>
      </p:sp>
      <p:sp>
        <p:nvSpPr>
          <p:cNvPr id="230" name="Google Shape;230;p29"/>
          <p:cNvSpPr txBox="1"/>
          <p:nvPr/>
        </p:nvSpPr>
        <p:spPr>
          <a:xfrm>
            <a:off x="698500" y="1308100"/>
            <a:ext cx="5823000" cy="28629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The </a:t>
            </a:r>
            <a:r>
              <a:rPr b="0" i="1" lang="en-US" sz="2000" u="none" cap="none" strike="noStrike">
                <a:solidFill>
                  <a:srgbClr val="000000"/>
                </a:solidFill>
                <a:latin typeface="Times New Roman"/>
                <a:ea typeface="Times New Roman"/>
                <a:cs typeface="Times New Roman"/>
                <a:sym typeface="Times New Roman"/>
              </a:rPr>
              <a:t>Seashell Rarity Predictor</a:t>
            </a:r>
            <a:r>
              <a:rPr b="0" i="0" lang="en-US" sz="2000" u="none" cap="none" strike="noStrike">
                <a:solidFill>
                  <a:srgbClr val="000000"/>
                </a:solidFill>
                <a:latin typeface="Times New Roman"/>
                <a:ea typeface="Times New Roman"/>
                <a:cs typeface="Times New Roman"/>
                <a:sym typeface="Times New Roman"/>
              </a:rPr>
              <a:t> is an AI-based system designed to classify seashells and estimate their rarity using machine learning techniques. The project helps researchers, collectors, and marine enthusiasts identify uncommon shell species quickly and accurately. By using a trained model and feature-extraction methods, the system predicts rarity levels based on visual, structural, and morphological characteristics of uploaded shell images.</a:t>
            </a:r>
            <a:endParaRPr b="0" i="0" sz="20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Google Shape;235;p30"/>
          <p:cNvSpPr txBox="1"/>
          <p:nvPr>
            <p:ph type="title"/>
          </p:nvPr>
        </p:nvSpPr>
        <p:spPr>
          <a:xfrm>
            <a:off x="129985" y="543112"/>
            <a:ext cx="4979897" cy="573088"/>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Problem</a:t>
            </a:r>
            <a:r>
              <a:rPr b="1" lang="en-US" sz="2200">
                <a:solidFill>
                  <a:schemeClr val="accent1"/>
                </a:solidFill>
                <a:latin typeface="Arial"/>
                <a:ea typeface="Arial"/>
                <a:cs typeface="Arial"/>
                <a:sym typeface="Arial"/>
              </a:rPr>
              <a:t> </a:t>
            </a:r>
            <a:r>
              <a:rPr b="1" lang="en-US" sz="2200">
                <a:solidFill>
                  <a:srgbClr val="002060"/>
                </a:solidFill>
                <a:latin typeface="Arial"/>
                <a:ea typeface="Arial"/>
                <a:cs typeface="Arial"/>
                <a:sym typeface="Arial"/>
              </a:rPr>
              <a:t>Statement</a:t>
            </a:r>
            <a:endParaRPr b="1" sz="2200">
              <a:solidFill>
                <a:srgbClr val="002060"/>
              </a:solidFill>
              <a:latin typeface="Arial"/>
              <a:ea typeface="Arial"/>
              <a:cs typeface="Arial"/>
              <a:sym typeface="Arial"/>
            </a:endParaRPr>
          </a:p>
        </p:txBody>
      </p:sp>
      <p:sp>
        <p:nvSpPr>
          <p:cNvPr id="236" name="Google Shape;236;p30"/>
          <p:cNvSpPr txBox="1"/>
          <p:nvPr/>
        </p:nvSpPr>
        <p:spPr>
          <a:xfrm>
            <a:off x="125239" y="1104923"/>
            <a:ext cx="4446761" cy="341632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Identifying seashell species and determining their rarity is traditionally a manual and time-consuming task requiring expert knowledge. Due to the vast variety of shells and their subtle differences, non-experts often struggle with proper identification. There is a need for an automated system that:</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Recognizes seashell types from images</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Predicts their rarity level</a:t>
            </a:r>
            <a:endParaRPr/>
          </a:p>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Assists researchers and hobbyists with reliable classification</a:t>
            </a:r>
            <a:endParaRPr/>
          </a:p>
          <a:p>
            <a:pPr indent="-114300" lvl="0" marL="22860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Times New Roman"/>
              <a:ea typeface="Times New Roman"/>
              <a:cs typeface="Times New Roman"/>
              <a:sym typeface="Times New Roman"/>
            </a:endParaRPr>
          </a:p>
        </p:txBody>
      </p:sp>
      <p:pic>
        <p:nvPicPr>
          <p:cNvPr descr="A red person with a question mark above white puzzle pieces&#10;&#10;AI-generated content may be incorrect." id="237" name="Google Shape;237;p30"/>
          <p:cNvPicPr preferRelativeResize="0"/>
          <p:nvPr/>
        </p:nvPicPr>
        <p:blipFill rotWithShape="1">
          <a:blip r:embed="rId3">
            <a:alphaModFix/>
          </a:blip>
          <a:srcRect b="24879" l="6426" r="7119" t="6623"/>
          <a:stretch/>
        </p:blipFill>
        <p:spPr>
          <a:xfrm>
            <a:off x="4429686" y="829656"/>
            <a:ext cx="4446761" cy="35231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31"/>
          <p:cNvSpPr txBox="1"/>
          <p:nvPr>
            <p:ph type="title"/>
          </p:nvPr>
        </p:nvSpPr>
        <p:spPr>
          <a:xfrm>
            <a:off x="125504" y="650689"/>
            <a:ext cx="8521700" cy="3970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Proposed Solution</a:t>
            </a:r>
            <a:endParaRPr b="1" sz="2200">
              <a:solidFill>
                <a:srgbClr val="002060"/>
              </a:solidFill>
              <a:latin typeface="Arial"/>
              <a:ea typeface="Arial"/>
              <a:cs typeface="Arial"/>
              <a:sym typeface="Arial"/>
            </a:endParaRPr>
          </a:p>
        </p:txBody>
      </p:sp>
      <p:pic>
        <p:nvPicPr>
          <p:cNvPr descr="A person pushing a red arrow&#10;&#10;AI-generated content may be incorrect." id="243" name="Google Shape;243;p31"/>
          <p:cNvPicPr preferRelativeResize="0"/>
          <p:nvPr/>
        </p:nvPicPr>
        <p:blipFill rotWithShape="1">
          <a:blip r:embed="rId3">
            <a:alphaModFix/>
          </a:blip>
          <a:srcRect b="16687" l="6338" r="9216" t="15860"/>
          <a:stretch/>
        </p:blipFill>
        <p:spPr>
          <a:xfrm>
            <a:off x="4126111" y="1047721"/>
            <a:ext cx="4313038" cy="3445090"/>
          </a:xfrm>
          <a:prstGeom prst="rect">
            <a:avLst/>
          </a:prstGeom>
          <a:noFill/>
          <a:ln>
            <a:noFill/>
          </a:ln>
        </p:spPr>
      </p:pic>
      <p:sp>
        <p:nvSpPr>
          <p:cNvPr id="244" name="Google Shape;244;p31"/>
          <p:cNvSpPr txBox="1"/>
          <p:nvPr/>
        </p:nvSpPr>
        <p:spPr>
          <a:xfrm>
            <a:off x="63500" y="1320800"/>
            <a:ext cx="4313039" cy="3754874"/>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The proposed solution uses a deep learning model trained on a dataset of seashell images. The system:</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Accepts an image captured or uploaded by the user</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Preprocesses the image (resizing, normalization, noise reduction)</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Extracts key features using a CNN-based architecture</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Classifies the shell type and predicts rarity (common, rare, very rare)</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Displays results through an interactive interface</a:t>
            </a:r>
            <a:endParaRPr/>
          </a:p>
          <a:p>
            <a:pPr indent="0" lvl="0" marL="0" marR="0" rtl="0" algn="l">
              <a:lnSpc>
                <a:spcPct val="100000"/>
              </a:lnSpc>
              <a:spcBef>
                <a:spcPts val="0"/>
              </a:spcBef>
              <a:spcAft>
                <a:spcPts val="0"/>
              </a:spcAft>
              <a:buNone/>
            </a:pPr>
            <a:r>
              <a:rPr b="0" i="0" lang="en-US" sz="1600" u="none" cap="none" strike="noStrike">
                <a:solidFill>
                  <a:srgbClr val="000000"/>
                </a:solidFill>
                <a:latin typeface="Times New Roman"/>
                <a:ea typeface="Times New Roman"/>
                <a:cs typeface="Times New Roman"/>
                <a:sym typeface="Times New Roman"/>
              </a:rPr>
              <a:t>This approach provides fast, accurate, and user-friendly seashell rarity analysis.</a:t>
            </a:r>
            <a:endParaRPr/>
          </a:p>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2"/>
          <p:cNvSpPr txBox="1"/>
          <p:nvPr>
            <p:ph type="title"/>
          </p:nvPr>
        </p:nvSpPr>
        <p:spPr>
          <a:xfrm>
            <a:off x="134473" y="641727"/>
            <a:ext cx="8521700" cy="3970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System Architecture</a:t>
            </a:r>
            <a:endParaRPr/>
          </a:p>
        </p:txBody>
      </p:sp>
      <p:grpSp>
        <p:nvGrpSpPr>
          <p:cNvPr id="250" name="Google Shape;250;p32"/>
          <p:cNvGrpSpPr/>
          <p:nvPr/>
        </p:nvGrpSpPr>
        <p:grpSpPr>
          <a:xfrm>
            <a:off x="228600" y="1298341"/>
            <a:ext cx="3276600" cy="632440"/>
            <a:chOff x="228601" y="3149851"/>
            <a:chExt cx="3276600" cy="632440"/>
          </a:xfrm>
        </p:grpSpPr>
        <p:grpSp>
          <p:nvGrpSpPr>
            <p:cNvPr id="251" name="Google Shape;251;p32"/>
            <p:cNvGrpSpPr/>
            <p:nvPr/>
          </p:nvGrpSpPr>
          <p:grpSpPr>
            <a:xfrm>
              <a:off x="228601" y="3149851"/>
              <a:ext cx="3276600" cy="632440"/>
              <a:chOff x="0" y="-38100"/>
              <a:chExt cx="3519338" cy="444500"/>
            </a:xfrm>
          </p:grpSpPr>
          <p:sp>
            <p:nvSpPr>
              <p:cNvPr id="252" name="Google Shape;252;p32"/>
              <p:cNvSpPr/>
              <p:nvPr/>
            </p:nvSpPr>
            <p:spPr>
              <a:xfrm>
                <a:off x="0" y="0"/>
                <a:ext cx="3519338" cy="406400"/>
              </a:xfrm>
              <a:custGeom>
                <a:rect b="b" l="l" r="r" t="t"/>
                <a:pathLst>
                  <a:path extrusionOk="0" h="406400" w="3519338">
                    <a:moveTo>
                      <a:pt x="3316138" y="0"/>
                    </a:moveTo>
                    <a:lnTo>
                      <a:pt x="0" y="0"/>
                    </a:lnTo>
                    <a:lnTo>
                      <a:pt x="0" y="406400"/>
                    </a:lnTo>
                    <a:lnTo>
                      <a:pt x="3316138" y="406400"/>
                    </a:lnTo>
                    <a:lnTo>
                      <a:pt x="3519338" y="203200"/>
                    </a:lnTo>
                    <a:lnTo>
                      <a:pt x="3316138"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3" name="Google Shape;253;p32"/>
              <p:cNvSpPr txBox="1"/>
              <p:nvPr/>
            </p:nvSpPr>
            <p:spPr>
              <a:xfrm>
                <a:off x="0" y="-38100"/>
                <a:ext cx="3405037" cy="444500"/>
              </a:xfrm>
              <a:prstGeom prst="rect">
                <a:avLst/>
              </a:prstGeom>
              <a:noFill/>
              <a:ln>
                <a:noFill/>
              </a:ln>
            </p:spPr>
            <p:txBody>
              <a:bodyPr anchorCtr="0" anchor="ctr" bIns="44450" lIns="44450" spcFirstLastPara="1" rIns="44450" wrap="square" tIns="44450">
                <a:noAutofit/>
              </a:bodyPr>
              <a:lstStyle/>
              <a:p>
                <a:pPr indent="0" lvl="0" marL="0" marR="0" rtl="0" algn="l">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54" name="Google Shape;254;p32"/>
            <p:cNvSpPr txBox="1"/>
            <p:nvPr/>
          </p:nvSpPr>
          <p:spPr>
            <a:xfrm>
              <a:off x="396077" y="3339287"/>
              <a:ext cx="2901299"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1. Input Layer:</a:t>
              </a:r>
              <a:endParaRPr b="1" i="0" sz="2000" u="none" cap="none" strike="noStrike">
                <a:solidFill>
                  <a:srgbClr val="FFFFFF"/>
                </a:solidFill>
                <a:latin typeface="Times New Roman"/>
                <a:ea typeface="Times New Roman"/>
                <a:cs typeface="Times New Roman"/>
                <a:sym typeface="Times New Roman"/>
              </a:endParaRPr>
            </a:p>
          </p:txBody>
        </p:sp>
      </p:grpSp>
      <p:grpSp>
        <p:nvGrpSpPr>
          <p:cNvPr id="255" name="Google Shape;255;p32"/>
          <p:cNvGrpSpPr/>
          <p:nvPr/>
        </p:nvGrpSpPr>
        <p:grpSpPr>
          <a:xfrm>
            <a:off x="228601" y="2836989"/>
            <a:ext cx="3276600" cy="651101"/>
            <a:chOff x="228601" y="3149851"/>
            <a:chExt cx="3276600" cy="651101"/>
          </a:xfrm>
        </p:grpSpPr>
        <p:grpSp>
          <p:nvGrpSpPr>
            <p:cNvPr id="256" name="Google Shape;256;p32"/>
            <p:cNvGrpSpPr/>
            <p:nvPr/>
          </p:nvGrpSpPr>
          <p:grpSpPr>
            <a:xfrm>
              <a:off x="228601" y="3149851"/>
              <a:ext cx="3276600" cy="632440"/>
              <a:chOff x="0" y="-38100"/>
              <a:chExt cx="3519338" cy="444500"/>
            </a:xfrm>
          </p:grpSpPr>
          <p:sp>
            <p:nvSpPr>
              <p:cNvPr id="257" name="Google Shape;257;p32"/>
              <p:cNvSpPr/>
              <p:nvPr/>
            </p:nvSpPr>
            <p:spPr>
              <a:xfrm>
                <a:off x="0" y="0"/>
                <a:ext cx="3519338" cy="406400"/>
              </a:xfrm>
              <a:custGeom>
                <a:rect b="b" l="l" r="r" t="t"/>
                <a:pathLst>
                  <a:path extrusionOk="0" h="406400" w="3519338">
                    <a:moveTo>
                      <a:pt x="3316138" y="0"/>
                    </a:moveTo>
                    <a:lnTo>
                      <a:pt x="0" y="0"/>
                    </a:lnTo>
                    <a:lnTo>
                      <a:pt x="0" y="406400"/>
                    </a:lnTo>
                    <a:lnTo>
                      <a:pt x="3316138" y="406400"/>
                    </a:lnTo>
                    <a:lnTo>
                      <a:pt x="3519338" y="203200"/>
                    </a:lnTo>
                    <a:lnTo>
                      <a:pt x="3316138"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58" name="Google Shape;258;p32"/>
              <p:cNvSpPr txBox="1"/>
              <p:nvPr/>
            </p:nvSpPr>
            <p:spPr>
              <a:xfrm>
                <a:off x="0" y="-38100"/>
                <a:ext cx="3405037" cy="444500"/>
              </a:xfrm>
              <a:prstGeom prst="rect">
                <a:avLst/>
              </a:prstGeom>
              <a:noFill/>
              <a:ln>
                <a:noFill/>
              </a:ln>
            </p:spPr>
            <p:txBody>
              <a:bodyPr anchorCtr="0" anchor="ctr" bIns="44450" lIns="44450" spcFirstLastPara="1" rIns="44450" wrap="square" tIns="44450">
                <a:noAutofit/>
              </a:bodyPr>
              <a:lstStyle/>
              <a:p>
                <a:pPr indent="0" lvl="0" marL="0" marR="0" rtl="0" algn="l">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59" name="Google Shape;259;p32"/>
            <p:cNvSpPr txBox="1"/>
            <p:nvPr/>
          </p:nvSpPr>
          <p:spPr>
            <a:xfrm>
              <a:off x="396077" y="3185399"/>
              <a:ext cx="2901299" cy="615553"/>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3. Feature Extraction (CNN):</a:t>
              </a:r>
              <a:endParaRPr b="1" i="0" sz="2000" u="none" cap="none" strike="noStrike">
                <a:solidFill>
                  <a:srgbClr val="FFFFFF"/>
                </a:solidFill>
                <a:latin typeface="Times New Roman"/>
                <a:ea typeface="Times New Roman"/>
                <a:cs typeface="Times New Roman"/>
                <a:sym typeface="Times New Roman"/>
              </a:endParaRPr>
            </a:p>
          </p:txBody>
        </p:sp>
      </p:grpSp>
      <p:grpSp>
        <p:nvGrpSpPr>
          <p:cNvPr id="260" name="Google Shape;260;p32"/>
          <p:cNvGrpSpPr/>
          <p:nvPr/>
        </p:nvGrpSpPr>
        <p:grpSpPr>
          <a:xfrm>
            <a:off x="4630849" y="1298341"/>
            <a:ext cx="3276600" cy="632440"/>
            <a:chOff x="175392" y="3149851"/>
            <a:chExt cx="3276600" cy="632440"/>
          </a:xfrm>
        </p:grpSpPr>
        <p:grpSp>
          <p:nvGrpSpPr>
            <p:cNvPr id="261" name="Google Shape;261;p32"/>
            <p:cNvGrpSpPr/>
            <p:nvPr/>
          </p:nvGrpSpPr>
          <p:grpSpPr>
            <a:xfrm>
              <a:off x="175392" y="3149851"/>
              <a:ext cx="3276600" cy="632440"/>
              <a:chOff x="-57151" y="-38100"/>
              <a:chExt cx="3519338" cy="444500"/>
            </a:xfrm>
          </p:grpSpPr>
          <p:sp>
            <p:nvSpPr>
              <p:cNvPr id="262" name="Google Shape;262;p32"/>
              <p:cNvSpPr/>
              <p:nvPr/>
            </p:nvSpPr>
            <p:spPr>
              <a:xfrm>
                <a:off x="-57151" y="-19050"/>
                <a:ext cx="3519338" cy="406400"/>
              </a:xfrm>
              <a:custGeom>
                <a:rect b="b" l="l" r="r" t="t"/>
                <a:pathLst>
                  <a:path extrusionOk="0" h="406400" w="3519338">
                    <a:moveTo>
                      <a:pt x="3316138" y="0"/>
                    </a:moveTo>
                    <a:lnTo>
                      <a:pt x="0" y="0"/>
                    </a:lnTo>
                    <a:lnTo>
                      <a:pt x="0" y="406400"/>
                    </a:lnTo>
                    <a:lnTo>
                      <a:pt x="3316138" y="406400"/>
                    </a:lnTo>
                    <a:lnTo>
                      <a:pt x="3519338" y="203200"/>
                    </a:lnTo>
                    <a:lnTo>
                      <a:pt x="3316138"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ctr">
                  <a:lnSpc>
                    <a:spcPct val="15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2. Preprocessing Module:</a:t>
                </a:r>
                <a:endParaRPr/>
              </a:p>
            </p:txBody>
          </p:sp>
          <p:sp>
            <p:nvSpPr>
              <p:cNvPr id="263" name="Google Shape;263;p32"/>
              <p:cNvSpPr txBox="1"/>
              <p:nvPr/>
            </p:nvSpPr>
            <p:spPr>
              <a:xfrm>
                <a:off x="0" y="-38100"/>
                <a:ext cx="3405037" cy="444500"/>
              </a:xfrm>
              <a:prstGeom prst="rect">
                <a:avLst/>
              </a:prstGeom>
              <a:noFill/>
              <a:ln>
                <a:noFill/>
              </a:ln>
            </p:spPr>
            <p:txBody>
              <a:bodyPr anchorCtr="0" anchor="ctr" bIns="44450" lIns="44450" spcFirstLastPara="1" rIns="44450" wrap="square" tIns="44450">
                <a:noAutofit/>
              </a:bodyPr>
              <a:lstStyle/>
              <a:p>
                <a:pPr indent="0" lvl="0" marL="0" marR="0" rtl="0" algn="l">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64" name="Google Shape;264;p32"/>
            <p:cNvSpPr txBox="1"/>
            <p:nvPr/>
          </p:nvSpPr>
          <p:spPr>
            <a:xfrm>
              <a:off x="396077" y="3354676"/>
              <a:ext cx="2901299" cy="276999"/>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t/>
              </a:r>
              <a:endParaRPr b="1" i="0" sz="1800" u="none" cap="none" strike="noStrike">
                <a:solidFill>
                  <a:srgbClr val="FFFFFF"/>
                </a:solidFill>
                <a:latin typeface="Arial"/>
                <a:ea typeface="Arial"/>
                <a:cs typeface="Arial"/>
                <a:sym typeface="Arial"/>
              </a:endParaRPr>
            </a:p>
          </p:txBody>
        </p:sp>
      </p:grpSp>
      <p:grpSp>
        <p:nvGrpSpPr>
          <p:cNvPr id="265" name="Google Shape;265;p32"/>
          <p:cNvGrpSpPr/>
          <p:nvPr/>
        </p:nvGrpSpPr>
        <p:grpSpPr>
          <a:xfrm>
            <a:off x="4684059" y="2836989"/>
            <a:ext cx="3276600" cy="632440"/>
            <a:chOff x="228601" y="3149851"/>
            <a:chExt cx="3276600" cy="632440"/>
          </a:xfrm>
        </p:grpSpPr>
        <p:grpSp>
          <p:nvGrpSpPr>
            <p:cNvPr id="266" name="Google Shape;266;p32"/>
            <p:cNvGrpSpPr/>
            <p:nvPr/>
          </p:nvGrpSpPr>
          <p:grpSpPr>
            <a:xfrm>
              <a:off x="228601" y="3149851"/>
              <a:ext cx="3276600" cy="632440"/>
              <a:chOff x="0" y="-38100"/>
              <a:chExt cx="3519338" cy="444500"/>
            </a:xfrm>
          </p:grpSpPr>
          <p:sp>
            <p:nvSpPr>
              <p:cNvPr id="267" name="Google Shape;267;p32"/>
              <p:cNvSpPr/>
              <p:nvPr/>
            </p:nvSpPr>
            <p:spPr>
              <a:xfrm>
                <a:off x="0" y="0"/>
                <a:ext cx="3519338" cy="406400"/>
              </a:xfrm>
              <a:custGeom>
                <a:rect b="b" l="l" r="r" t="t"/>
                <a:pathLst>
                  <a:path extrusionOk="0" h="406400" w="3519338">
                    <a:moveTo>
                      <a:pt x="3316138" y="0"/>
                    </a:moveTo>
                    <a:lnTo>
                      <a:pt x="0" y="0"/>
                    </a:lnTo>
                    <a:lnTo>
                      <a:pt x="0" y="406400"/>
                    </a:lnTo>
                    <a:lnTo>
                      <a:pt x="3316138" y="406400"/>
                    </a:lnTo>
                    <a:lnTo>
                      <a:pt x="3519338" y="203200"/>
                    </a:lnTo>
                    <a:lnTo>
                      <a:pt x="3316138"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8" name="Google Shape;268;p32"/>
              <p:cNvSpPr txBox="1"/>
              <p:nvPr/>
            </p:nvSpPr>
            <p:spPr>
              <a:xfrm>
                <a:off x="0" y="-38100"/>
                <a:ext cx="3405037" cy="444500"/>
              </a:xfrm>
              <a:prstGeom prst="rect">
                <a:avLst/>
              </a:prstGeom>
              <a:noFill/>
              <a:ln>
                <a:noFill/>
              </a:ln>
            </p:spPr>
            <p:txBody>
              <a:bodyPr anchorCtr="0" anchor="ctr" bIns="44450" lIns="44450" spcFirstLastPara="1" rIns="44450" wrap="square" tIns="44450">
                <a:noAutofit/>
              </a:bodyPr>
              <a:lstStyle/>
              <a:p>
                <a:pPr indent="0" lvl="0" marL="0" marR="0" rtl="0" algn="l">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69" name="Google Shape;269;p32"/>
            <p:cNvSpPr txBox="1"/>
            <p:nvPr/>
          </p:nvSpPr>
          <p:spPr>
            <a:xfrm>
              <a:off x="396077" y="3339287"/>
              <a:ext cx="2901299"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4. Classification Model:</a:t>
              </a:r>
              <a:endParaRPr b="1" i="0" sz="2000" u="none" cap="none" strike="noStrike">
                <a:solidFill>
                  <a:srgbClr val="FFFFFF"/>
                </a:solidFill>
                <a:latin typeface="Times New Roman"/>
                <a:ea typeface="Times New Roman"/>
                <a:cs typeface="Times New Roman"/>
                <a:sym typeface="Times New Roman"/>
              </a:endParaRPr>
            </a:p>
          </p:txBody>
        </p:sp>
      </p:grpSp>
      <p:sp>
        <p:nvSpPr>
          <p:cNvPr id="270" name="Google Shape;270;p32"/>
          <p:cNvSpPr txBox="1"/>
          <p:nvPr/>
        </p:nvSpPr>
        <p:spPr>
          <a:xfrm>
            <a:off x="4572000" y="2079493"/>
            <a:ext cx="4343400"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Image noise removal, normalization, and resizing.</a:t>
            </a:r>
            <a:endParaRPr b="0" i="0" sz="1800" u="none" cap="none" strike="noStrike">
              <a:solidFill>
                <a:srgbClr val="000000"/>
              </a:solidFill>
              <a:latin typeface="Times New Roman"/>
              <a:ea typeface="Times New Roman"/>
              <a:cs typeface="Times New Roman"/>
              <a:sym typeface="Times New Roman"/>
            </a:endParaRPr>
          </a:p>
        </p:txBody>
      </p:sp>
      <p:sp>
        <p:nvSpPr>
          <p:cNvPr id="271" name="Google Shape;271;p32"/>
          <p:cNvSpPr txBox="1"/>
          <p:nvPr/>
        </p:nvSpPr>
        <p:spPr>
          <a:xfrm>
            <a:off x="228600" y="3620045"/>
            <a:ext cx="4280647"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Convolutional Neural Network extracts shell pattern, shape, color, and texture.</a:t>
            </a:r>
            <a:endParaRPr b="0" i="0" sz="1800" u="none" cap="none" strike="noStrike">
              <a:solidFill>
                <a:srgbClr val="000000"/>
              </a:solidFill>
              <a:latin typeface="Times New Roman"/>
              <a:ea typeface="Times New Roman"/>
              <a:cs typeface="Times New Roman"/>
              <a:sym typeface="Times New Roman"/>
            </a:endParaRPr>
          </a:p>
        </p:txBody>
      </p:sp>
      <p:sp>
        <p:nvSpPr>
          <p:cNvPr id="272" name="Google Shape;272;p32"/>
          <p:cNvSpPr txBox="1"/>
          <p:nvPr/>
        </p:nvSpPr>
        <p:spPr>
          <a:xfrm>
            <a:off x="4572000" y="3620045"/>
            <a:ext cx="4343400"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Trained neural network predicts shell category and rarity.</a:t>
            </a:r>
            <a:endParaRPr b="0" i="0" sz="1800" u="none" cap="none" strike="noStrike">
              <a:solidFill>
                <a:srgbClr val="000000"/>
              </a:solidFill>
              <a:latin typeface="Times New Roman"/>
              <a:ea typeface="Times New Roman"/>
              <a:cs typeface="Times New Roman"/>
              <a:sym typeface="Times New Roman"/>
            </a:endParaRPr>
          </a:p>
        </p:txBody>
      </p:sp>
      <p:sp>
        <p:nvSpPr>
          <p:cNvPr id="273" name="Google Shape;273;p32"/>
          <p:cNvSpPr txBox="1"/>
          <p:nvPr/>
        </p:nvSpPr>
        <p:spPr>
          <a:xfrm>
            <a:off x="228600" y="2079494"/>
            <a:ext cx="3606800" cy="646331"/>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User uploads or captures a seashell image.</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3"/>
          <p:cNvSpPr txBox="1"/>
          <p:nvPr>
            <p:ph type="title"/>
          </p:nvPr>
        </p:nvSpPr>
        <p:spPr>
          <a:xfrm>
            <a:off x="134473" y="641727"/>
            <a:ext cx="8521700" cy="3970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System Architecture</a:t>
            </a:r>
            <a:endParaRPr/>
          </a:p>
        </p:txBody>
      </p:sp>
      <p:grpSp>
        <p:nvGrpSpPr>
          <p:cNvPr id="279" name="Google Shape;279;p33"/>
          <p:cNvGrpSpPr/>
          <p:nvPr/>
        </p:nvGrpSpPr>
        <p:grpSpPr>
          <a:xfrm>
            <a:off x="228600" y="1298341"/>
            <a:ext cx="3337659" cy="652298"/>
            <a:chOff x="228601" y="3149851"/>
            <a:chExt cx="3337659" cy="652298"/>
          </a:xfrm>
        </p:grpSpPr>
        <p:grpSp>
          <p:nvGrpSpPr>
            <p:cNvPr id="280" name="Google Shape;280;p33"/>
            <p:cNvGrpSpPr/>
            <p:nvPr/>
          </p:nvGrpSpPr>
          <p:grpSpPr>
            <a:xfrm>
              <a:off x="228601" y="3149851"/>
              <a:ext cx="3337659" cy="652298"/>
              <a:chOff x="0" y="-38100"/>
              <a:chExt cx="3584920" cy="458457"/>
            </a:xfrm>
          </p:grpSpPr>
          <p:sp>
            <p:nvSpPr>
              <p:cNvPr id="281" name="Google Shape;281;p33"/>
              <p:cNvSpPr/>
              <p:nvPr/>
            </p:nvSpPr>
            <p:spPr>
              <a:xfrm>
                <a:off x="65582" y="13957"/>
                <a:ext cx="3519338" cy="406400"/>
              </a:xfrm>
              <a:custGeom>
                <a:rect b="b" l="l" r="r" t="t"/>
                <a:pathLst>
                  <a:path extrusionOk="0" h="406400" w="3519338">
                    <a:moveTo>
                      <a:pt x="3316138" y="0"/>
                    </a:moveTo>
                    <a:lnTo>
                      <a:pt x="0" y="0"/>
                    </a:lnTo>
                    <a:lnTo>
                      <a:pt x="0" y="406400"/>
                    </a:lnTo>
                    <a:lnTo>
                      <a:pt x="3316138" y="406400"/>
                    </a:lnTo>
                    <a:lnTo>
                      <a:pt x="3519338" y="203200"/>
                    </a:lnTo>
                    <a:lnTo>
                      <a:pt x="3316138"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2" name="Google Shape;282;p33"/>
              <p:cNvSpPr txBox="1"/>
              <p:nvPr/>
            </p:nvSpPr>
            <p:spPr>
              <a:xfrm>
                <a:off x="0" y="-38100"/>
                <a:ext cx="3405037" cy="444500"/>
              </a:xfrm>
              <a:prstGeom prst="rect">
                <a:avLst/>
              </a:prstGeom>
              <a:noFill/>
              <a:ln>
                <a:noFill/>
              </a:ln>
            </p:spPr>
            <p:txBody>
              <a:bodyPr anchorCtr="0" anchor="ctr" bIns="44450" lIns="44450" spcFirstLastPara="1" rIns="44450" wrap="square" tIns="44450">
                <a:noAutofit/>
              </a:bodyPr>
              <a:lstStyle/>
              <a:p>
                <a:pPr indent="0" lvl="0" marL="0" marR="0" rtl="0" algn="l">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83" name="Google Shape;283;p33"/>
            <p:cNvSpPr txBox="1"/>
            <p:nvPr/>
          </p:nvSpPr>
          <p:spPr>
            <a:xfrm>
              <a:off x="396077" y="3339287"/>
              <a:ext cx="2901299"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5. Output Layer:</a:t>
              </a:r>
              <a:endParaRPr b="1" i="0" sz="2000" u="none" cap="none" strike="noStrike">
                <a:solidFill>
                  <a:srgbClr val="FFFFFF"/>
                </a:solidFill>
                <a:latin typeface="Times New Roman"/>
                <a:ea typeface="Times New Roman"/>
                <a:cs typeface="Times New Roman"/>
                <a:sym typeface="Times New Roman"/>
              </a:endParaRPr>
            </a:p>
          </p:txBody>
        </p:sp>
      </p:grpSp>
      <p:grpSp>
        <p:nvGrpSpPr>
          <p:cNvPr id="284" name="Google Shape;284;p33"/>
          <p:cNvGrpSpPr/>
          <p:nvPr/>
        </p:nvGrpSpPr>
        <p:grpSpPr>
          <a:xfrm>
            <a:off x="4684058" y="1298341"/>
            <a:ext cx="3276600" cy="632440"/>
            <a:chOff x="228601" y="3149851"/>
            <a:chExt cx="3276600" cy="632440"/>
          </a:xfrm>
        </p:grpSpPr>
        <p:grpSp>
          <p:nvGrpSpPr>
            <p:cNvPr id="285" name="Google Shape;285;p33"/>
            <p:cNvGrpSpPr/>
            <p:nvPr/>
          </p:nvGrpSpPr>
          <p:grpSpPr>
            <a:xfrm>
              <a:off x="228601" y="3149851"/>
              <a:ext cx="3276600" cy="632440"/>
              <a:chOff x="0" y="-38100"/>
              <a:chExt cx="3519338" cy="444500"/>
            </a:xfrm>
          </p:grpSpPr>
          <p:sp>
            <p:nvSpPr>
              <p:cNvPr id="286" name="Google Shape;286;p33"/>
              <p:cNvSpPr/>
              <p:nvPr/>
            </p:nvSpPr>
            <p:spPr>
              <a:xfrm>
                <a:off x="0" y="0"/>
                <a:ext cx="3519338" cy="406400"/>
              </a:xfrm>
              <a:custGeom>
                <a:rect b="b" l="l" r="r" t="t"/>
                <a:pathLst>
                  <a:path extrusionOk="0" h="406400" w="3519338">
                    <a:moveTo>
                      <a:pt x="3316138" y="0"/>
                    </a:moveTo>
                    <a:lnTo>
                      <a:pt x="0" y="0"/>
                    </a:lnTo>
                    <a:lnTo>
                      <a:pt x="0" y="406400"/>
                    </a:lnTo>
                    <a:lnTo>
                      <a:pt x="3316138" y="406400"/>
                    </a:lnTo>
                    <a:lnTo>
                      <a:pt x="3519338" y="203200"/>
                    </a:lnTo>
                    <a:lnTo>
                      <a:pt x="3316138"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33"/>
              <p:cNvSpPr txBox="1"/>
              <p:nvPr/>
            </p:nvSpPr>
            <p:spPr>
              <a:xfrm>
                <a:off x="0" y="-38100"/>
                <a:ext cx="3405037" cy="444500"/>
              </a:xfrm>
              <a:prstGeom prst="rect">
                <a:avLst/>
              </a:prstGeom>
              <a:noFill/>
              <a:ln>
                <a:noFill/>
              </a:ln>
            </p:spPr>
            <p:txBody>
              <a:bodyPr anchorCtr="0" anchor="ctr" bIns="44450" lIns="44450" spcFirstLastPara="1" rIns="44450" wrap="square" tIns="44450">
                <a:noAutofit/>
              </a:bodyPr>
              <a:lstStyle/>
              <a:p>
                <a:pPr indent="0" lvl="0" marL="0" marR="0" rtl="0" algn="l">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288" name="Google Shape;288;p33"/>
            <p:cNvSpPr txBox="1"/>
            <p:nvPr/>
          </p:nvSpPr>
          <p:spPr>
            <a:xfrm>
              <a:off x="396077" y="3339287"/>
              <a:ext cx="2901299" cy="307777"/>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0" i="0" lang="en-US" sz="2000" u="none" cap="none" strike="noStrike">
                  <a:solidFill>
                    <a:srgbClr val="000000"/>
                  </a:solidFill>
                  <a:latin typeface="Times New Roman"/>
                  <a:ea typeface="Times New Roman"/>
                  <a:cs typeface="Times New Roman"/>
                  <a:sym typeface="Times New Roman"/>
                </a:rPr>
                <a:t>6. Front-end Interface:</a:t>
              </a:r>
              <a:endParaRPr b="1" i="0" sz="2000" u="none" cap="none" strike="noStrike">
                <a:solidFill>
                  <a:srgbClr val="FFFFFF"/>
                </a:solidFill>
                <a:latin typeface="Times New Roman"/>
                <a:ea typeface="Times New Roman"/>
                <a:cs typeface="Times New Roman"/>
                <a:sym typeface="Times New Roman"/>
              </a:endParaRPr>
            </a:p>
          </p:txBody>
        </p:sp>
      </p:grpSp>
      <p:sp>
        <p:nvSpPr>
          <p:cNvPr id="289" name="Google Shape;289;p33"/>
          <p:cNvSpPr txBox="1"/>
          <p:nvPr/>
        </p:nvSpPr>
        <p:spPr>
          <a:xfrm>
            <a:off x="228600" y="2079493"/>
            <a:ext cx="4280647"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Displays species name, rarity score, and probability.</a:t>
            </a:r>
            <a:endParaRPr b="0" i="0" sz="1800" u="none" cap="none" strike="noStrike">
              <a:solidFill>
                <a:srgbClr val="000000"/>
              </a:solidFill>
              <a:latin typeface="Times New Roman"/>
              <a:ea typeface="Times New Roman"/>
              <a:cs typeface="Times New Roman"/>
              <a:sym typeface="Times New Roman"/>
            </a:endParaRPr>
          </a:p>
        </p:txBody>
      </p:sp>
      <p:sp>
        <p:nvSpPr>
          <p:cNvPr id="290" name="Google Shape;290;p33"/>
          <p:cNvSpPr txBox="1"/>
          <p:nvPr/>
        </p:nvSpPr>
        <p:spPr>
          <a:xfrm>
            <a:off x="4572000" y="2079493"/>
            <a:ext cx="4343400" cy="55399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Times New Roman"/>
                <a:ea typeface="Times New Roman"/>
                <a:cs typeface="Times New Roman"/>
                <a:sym typeface="Times New Roman"/>
              </a:rPr>
              <a:t>Provides user-friendly interaction for uploading images and viewing results.</a:t>
            </a:r>
            <a:endParaRPr b="0" i="0" sz="1800" u="none" cap="none" strike="noStrike">
              <a:solidFill>
                <a:srgbClr val="000000"/>
              </a:solidFill>
              <a:latin typeface="Times New Roman"/>
              <a:ea typeface="Times New Roman"/>
              <a:cs typeface="Times New Roman"/>
              <a:sym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34"/>
          <p:cNvSpPr txBox="1"/>
          <p:nvPr>
            <p:ph type="title"/>
          </p:nvPr>
        </p:nvSpPr>
        <p:spPr>
          <a:xfrm>
            <a:off x="129988" y="648680"/>
            <a:ext cx="8521700" cy="3970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Live Demo of Project</a:t>
            </a:r>
            <a:endParaRPr b="1" sz="2200">
              <a:solidFill>
                <a:srgbClr val="002060"/>
              </a:solidFill>
              <a:latin typeface="Arial"/>
              <a:ea typeface="Arial"/>
              <a:cs typeface="Arial"/>
              <a:sym typeface="Arial"/>
            </a:endParaRPr>
          </a:p>
        </p:txBody>
      </p:sp>
      <p:grpSp>
        <p:nvGrpSpPr>
          <p:cNvPr id="296" name="Google Shape;296;p34"/>
          <p:cNvGrpSpPr/>
          <p:nvPr/>
        </p:nvGrpSpPr>
        <p:grpSpPr>
          <a:xfrm>
            <a:off x="764624" y="1537411"/>
            <a:ext cx="7887064" cy="3197875"/>
            <a:chOff x="1117072" y="3954039"/>
            <a:chExt cx="16142228" cy="6545000"/>
          </a:xfrm>
        </p:grpSpPr>
        <p:grpSp>
          <p:nvGrpSpPr>
            <p:cNvPr id="297" name="Google Shape;297;p34"/>
            <p:cNvGrpSpPr/>
            <p:nvPr/>
          </p:nvGrpSpPr>
          <p:grpSpPr>
            <a:xfrm>
              <a:off x="1117072" y="5453154"/>
              <a:ext cx="5268227" cy="5045885"/>
              <a:chOff x="23275" y="-38172"/>
              <a:chExt cx="1387517" cy="1328958"/>
            </a:xfrm>
          </p:grpSpPr>
          <p:sp>
            <p:nvSpPr>
              <p:cNvPr id="298" name="Google Shape;298;p34"/>
              <p:cNvSpPr/>
              <p:nvPr/>
            </p:nvSpPr>
            <p:spPr>
              <a:xfrm>
                <a:off x="23275" y="0"/>
                <a:ext cx="1387517" cy="1290786"/>
              </a:xfrm>
              <a:custGeom>
                <a:rect b="b" l="l" r="r" t="t"/>
                <a:pathLst>
                  <a:path extrusionOk="0" h="1096950" w="1387517">
                    <a:moveTo>
                      <a:pt x="0" y="0"/>
                    </a:moveTo>
                    <a:lnTo>
                      <a:pt x="1387517" y="0"/>
                    </a:lnTo>
                    <a:lnTo>
                      <a:pt x="1387517" y="1096950"/>
                    </a:lnTo>
                    <a:lnTo>
                      <a:pt x="0" y="1096950"/>
                    </a:lnTo>
                    <a:close/>
                  </a:path>
                </a:pathLst>
              </a:custGeom>
              <a:gradFill>
                <a:gsLst>
                  <a:gs pos="0">
                    <a:srgbClr val="5AA9ED"/>
                  </a:gs>
                  <a:gs pos="100000">
                    <a:srgbClr val="042882"/>
                  </a:gs>
                </a:gsLst>
                <a:lin ang="5400000" scaled="0"/>
              </a:gradFill>
              <a:ln cap="sq" cmpd="sng" w="104775">
                <a:solidFill>
                  <a:srgbClr val="04288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34"/>
              <p:cNvSpPr txBox="1"/>
              <p:nvPr/>
            </p:nvSpPr>
            <p:spPr>
              <a:xfrm>
                <a:off x="23289" y="-38172"/>
                <a:ext cx="1387500" cy="171600"/>
              </a:xfrm>
              <a:prstGeom prst="rect">
                <a:avLst/>
              </a:prstGeom>
              <a:noFill/>
              <a:ln>
                <a:noFill/>
              </a:ln>
            </p:spPr>
            <p:txBody>
              <a:bodyPr anchorCtr="0" anchor="ctr" bIns="50800" lIns="50800" spcFirstLastPara="1" rIns="50800" wrap="square" tIns="50800">
                <a:spAutoFit/>
              </a:bodyPr>
              <a:lstStyle/>
              <a:p>
                <a:pPr indent="0" lvl="0" marL="0" marR="0" rtl="0" algn="ctr">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300" name="Google Shape;300;p34"/>
            <p:cNvGrpSpPr/>
            <p:nvPr/>
          </p:nvGrpSpPr>
          <p:grpSpPr>
            <a:xfrm>
              <a:off x="6509887" y="5453426"/>
              <a:ext cx="5268227" cy="5045613"/>
              <a:chOff x="0" y="-38100"/>
              <a:chExt cx="1387517" cy="1328886"/>
            </a:xfrm>
          </p:grpSpPr>
          <p:sp>
            <p:nvSpPr>
              <p:cNvPr id="301" name="Google Shape;301;p34"/>
              <p:cNvSpPr/>
              <p:nvPr/>
            </p:nvSpPr>
            <p:spPr>
              <a:xfrm>
                <a:off x="0" y="0"/>
                <a:ext cx="1387517" cy="1290786"/>
              </a:xfrm>
              <a:custGeom>
                <a:rect b="b" l="l" r="r" t="t"/>
                <a:pathLst>
                  <a:path extrusionOk="0" h="1096950" w="1387517">
                    <a:moveTo>
                      <a:pt x="0" y="0"/>
                    </a:moveTo>
                    <a:lnTo>
                      <a:pt x="1387517" y="0"/>
                    </a:lnTo>
                    <a:lnTo>
                      <a:pt x="1387517" y="1096950"/>
                    </a:lnTo>
                    <a:lnTo>
                      <a:pt x="0" y="1096950"/>
                    </a:lnTo>
                    <a:close/>
                  </a:path>
                </a:pathLst>
              </a:custGeom>
              <a:gradFill>
                <a:gsLst>
                  <a:gs pos="0">
                    <a:srgbClr val="5AA9ED"/>
                  </a:gs>
                  <a:gs pos="100000">
                    <a:srgbClr val="042882"/>
                  </a:gs>
                </a:gsLst>
                <a:lin ang="5400000" scaled="0"/>
              </a:gradFill>
              <a:ln cap="sq" cmpd="sng" w="104775">
                <a:solidFill>
                  <a:srgbClr val="04288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34"/>
              <p:cNvSpPr txBox="1"/>
              <p:nvPr/>
            </p:nvSpPr>
            <p:spPr>
              <a:xfrm>
                <a:off x="0" y="-38100"/>
                <a:ext cx="1387517" cy="1135050"/>
              </a:xfrm>
              <a:prstGeom prst="rect">
                <a:avLst/>
              </a:prstGeom>
              <a:noFill/>
              <a:ln>
                <a:noFill/>
              </a:ln>
            </p:spPr>
            <p:txBody>
              <a:bodyPr anchorCtr="0" anchor="ctr" bIns="50800" lIns="50800" spcFirstLastPara="1" rIns="50800" wrap="square" tIns="50800">
                <a:noAutofit/>
              </a:bodyPr>
              <a:lstStyle/>
              <a:p>
                <a:pPr indent="0" lvl="0" marL="0" marR="0" rtl="0" algn="ctr">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03" name="Google Shape;303;p34"/>
            <p:cNvSpPr/>
            <p:nvPr/>
          </p:nvSpPr>
          <p:spPr>
            <a:xfrm>
              <a:off x="2619334" y="4193917"/>
              <a:ext cx="2092960" cy="2092960"/>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rotWithShape="1">
              <a:blip r:embed="rId3">
                <a:alphaModFix/>
              </a:blip>
              <a:stretch>
                <a:fillRect b="0" l="-35823" r="-14267" t="0"/>
              </a:stretch>
            </a:blipFill>
            <a:ln cap="sq" cmpd="sng" w="171450">
              <a:solidFill>
                <a:srgbClr val="F3F3F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nvGrpSpPr>
            <p:cNvPr id="304" name="Google Shape;304;p34"/>
            <p:cNvGrpSpPr/>
            <p:nvPr/>
          </p:nvGrpSpPr>
          <p:grpSpPr>
            <a:xfrm>
              <a:off x="7976675" y="3954039"/>
              <a:ext cx="2334651" cy="2334651"/>
              <a:chOff x="0" y="0"/>
              <a:chExt cx="812800" cy="812800"/>
            </a:xfrm>
          </p:grpSpPr>
          <p:sp>
            <p:nvSpPr>
              <p:cNvPr id="305" name="Google Shape;305;p34"/>
              <p:cNvSpPr/>
              <p:nvPr/>
            </p:nvSpPr>
            <p:spPr>
              <a:xfrm>
                <a:off x="0" y="0"/>
                <a:ext cx="812800" cy="812800"/>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gradFill>
                <a:gsLst>
                  <a:gs pos="0">
                    <a:srgbClr val="042882"/>
                  </a:gs>
                  <a:gs pos="100000">
                    <a:srgbClr val="2A83D0"/>
                  </a:gs>
                </a:gsLst>
                <a:lin ang="0" scaled="0"/>
              </a:gra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34"/>
              <p:cNvSpPr txBox="1"/>
              <p:nvPr/>
            </p:nvSpPr>
            <p:spPr>
              <a:xfrm>
                <a:off x="63500" y="25400"/>
                <a:ext cx="685800" cy="723900"/>
              </a:xfrm>
              <a:prstGeom prst="rect">
                <a:avLst/>
              </a:prstGeom>
              <a:noFill/>
              <a:ln>
                <a:noFill/>
              </a:ln>
            </p:spPr>
            <p:txBody>
              <a:bodyPr anchorCtr="0" anchor="ctr" bIns="24400" lIns="24400" spcFirstLastPara="1" rIns="24400" wrap="square" tIns="24400">
                <a:noAutofit/>
              </a:bodyPr>
              <a:lstStyle/>
              <a:p>
                <a:pPr indent="0" lvl="0" marL="0" marR="0" rtl="0" algn="ctr">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grpSp>
          <p:nvGrpSpPr>
            <p:cNvPr id="307" name="Google Shape;307;p34"/>
            <p:cNvGrpSpPr/>
            <p:nvPr/>
          </p:nvGrpSpPr>
          <p:grpSpPr>
            <a:xfrm>
              <a:off x="11902708" y="5405380"/>
              <a:ext cx="5356592" cy="5093659"/>
              <a:chOff x="-23273" y="-50754"/>
              <a:chExt cx="1410790" cy="1341540"/>
            </a:xfrm>
          </p:grpSpPr>
          <p:sp>
            <p:nvSpPr>
              <p:cNvPr id="308" name="Google Shape;308;p34"/>
              <p:cNvSpPr/>
              <p:nvPr/>
            </p:nvSpPr>
            <p:spPr>
              <a:xfrm>
                <a:off x="0" y="0"/>
                <a:ext cx="1387517" cy="1290786"/>
              </a:xfrm>
              <a:custGeom>
                <a:rect b="b" l="l" r="r" t="t"/>
                <a:pathLst>
                  <a:path extrusionOk="0" h="1096950" w="1387517">
                    <a:moveTo>
                      <a:pt x="0" y="0"/>
                    </a:moveTo>
                    <a:lnTo>
                      <a:pt x="1387517" y="0"/>
                    </a:lnTo>
                    <a:lnTo>
                      <a:pt x="1387517" y="1096950"/>
                    </a:lnTo>
                    <a:lnTo>
                      <a:pt x="0" y="1096950"/>
                    </a:lnTo>
                    <a:close/>
                  </a:path>
                </a:pathLst>
              </a:custGeom>
              <a:gradFill>
                <a:gsLst>
                  <a:gs pos="0">
                    <a:srgbClr val="5AA9ED"/>
                  </a:gs>
                  <a:gs pos="100000">
                    <a:srgbClr val="042882"/>
                  </a:gs>
                </a:gsLst>
                <a:lin ang="5400000" scaled="0"/>
              </a:gradFill>
              <a:ln cap="sq" cmpd="sng" w="104775">
                <a:solidFill>
                  <a:srgbClr val="042882"/>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34"/>
              <p:cNvSpPr txBox="1"/>
              <p:nvPr/>
            </p:nvSpPr>
            <p:spPr>
              <a:xfrm>
                <a:off x="-23273" y="-50754"/>
                <a:ext cx="1387500" cy="1135200"/>
              </a:xfrm>
              <a:prstGeom prst="rect">
                <a:avLst/>
              </a:prstGeom>
              <a:noFill/>
              <a:ln>
                <a:noFill/>
              </a:ln>
            </p:spPr>
            <p:txBody>
              <a:bodyPr anchorCtr="0" anchor="ctr" bIns="50800" lIns="50800" spcFirstLastPara="1" rIns="50800" wrap="square" tIns="50800">
                <a:noAutofit/>
              </a:bodyPr>
              <a:lstStyle/>
              <a:p>
                <a:pPr indent="0" lvl="0" marL="0" marR="0" rtl="0" algn="ctr">
                  <a:lnSpc>
                    <a:spcPct val="189928"/>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grpSp>
        <p:sp>
          <p:nvSpPr>
            <p:cNvPr id="310" name="Google Shape;310;p34"/>
            <p:cNvSpPr txBox="1"/>
            <p:nvPr/>
          </p:nvSpPr>
          <p:spPr>
            <a:xfrm>
              <a:off x="1419802" y="7467098"/>
              <a:ext cx="4485900" cy="113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800">
                  <a:latin typeface="Times New Roman"/>
                  <a:ea typeface="Times New Roman"/>
                  <a:cs typeface="Times New Roman"/>
                  <a:sym typeface="Times New Roman"/>
                </a:rPr>
                <a:t>Real-time image upload</a:t>
              </a:r>
              <a:endParaRPr i="0" sz="1800" u="none" cap="none" strike="noStrike">
                <a:solidFill>
                  <a:srgbClr val="000000"/>
                </a:solidFill>
                <a:latin typeface="Times New Roman"/>
                <a:ea typeface="Times New Roman"/>
                <a:cs typeface="Times New Roman"/>
                <a:sym typeface="Times New Roman"/>
              </a:endParaRPr>
            </a:p>
          </p:txBody>
        </p:sp>
        <p:sp>
          <p:nvSpPr>
            <p:cNvPr id="311" name="Google Shape;311;p34"/>
            <p:cNvSpPr txBox="1"/>
            <p:nvPr/>
          </p:nvSpPr>
          <p:spPr>
            <a:xfrm>
              <a:off x="6900989" y="7467098"/>
              <a:ext cx="4485900" cy="1134000"/>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lang="en-US" sz="1800">
                  <a:solidFill>
                    <a:schemeClr val="dk1"/>
                  </a:solidFill>
                  <a:latin typeface="Times New Roman"/>
                  <a:ea typeface="Times New Roman"/>
                  <a:cs typeface="Times New Roman"/>
                  <a:sym typeface="Times New Roman"/>
                </a:rPr>
                <a:t>Processing and classification</a:t>
              </a:r>
              <a:endParaRPr i="0" sz="1800" u="none" cap="none" strike="noStrike">
                <a:solidFill>
                  <a:schemeClr val="dk1"/>
                </a:solidFill>
                <a:latin typeface="Times New Roman"/>
                <a:ea typeface="Times New Roman"/>
                <a:cs typeface="Times New Roman"/>
                <a:sym typeface="Times New Roman"/>
              </a:endParaRPr>
            </a:p>
          </p:txBody>
        </p:sp>
        <p:sp>
          <p:nvSpPr>
            <p:cNvPr id="312" name="Google Shape;312;p34"/>
            <p:cNvSpPr txBox="1"/>
            <p:nvPr/>
          </p:nvSpPr>
          <p:spPr>
            <a:xfrm>
              <a:off x="12382312" y="6593509"/>
              <a:ext cx="4377900" cy="1932600"/>
            </a:xfrm>
            <a:prstGeom prst="rect">
              <a:avLst/>
            </a:prstGeom>
            <a:noFill/>
            <a:ln>
              <a:noFill/>
            </a:ln>
          </p:spPr>
          <p:txBody>
            <a:bodyPr anchorCtr="0" anchor="t" bIns="0" lIns="0" spcFirstLastPara="1" rIns="0" wrap="square" tIns="0">
              <a:spAutoFit/>
            </a:bodyPr>
            <a:lstStyle/>
            <a:p>
              <a:pPr indent="0" lvl="0" marL="0" rtl="0" algn="l">
                <a:lnSpc>
                  <a:spcPct val="115000"/>
                </a:lnSpc>
                <a:spcBef>
                  <a:spcPts val="1200"/>
                </a:spcBef>
                <a:spcAft>
                  <a:spcPts val="0"/>
                </a:spcAft>
                <a:buNone/>
              </a:pPr>
              <a:r>
                <a:t/>
              </a:r>
              <a:endParaRPr b="1" sz="1100">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US" sz="1800">
                  <a:solidFill>
                    <a:schemeClr val="dk1"/>
                  </a:solidFill>
                  <a:latin typeface="Times New Roman"/>
                  <a:ea typeface="Times New Roman"/>
                  <a:cs typeface="Times New Roman"/>
                  <a:sym typeface="Times New Roman"/>
                </a:rPr>
                <a:t>  Rarity, confidence,      shell identification.</a:t>
              </a:r>
              <a:endParaRPr sz="1800">
                <a:solidFill>
                  <a:schemeClr val="dk1"/>
                </a:solidFill>
                <a:latin typeface="Times New Roman"/>
                <a:ea typeface="Times New Roman"/>
                <a:cs typeface="Times New Roman"/>
                <a:sym typeface="Times New Roman"/>
              </a:endParaRPr>
            </a:p>
          </p:txBody>
        </p:sp>
        <p:sp>
          <p:nvSpPr>
            <p:cNvPr id="313" name="Google Shape;313;p34"/>
            <p:cNvSpPr/>
            <p:nvPr/>
          </p:nvSpPr>
          <p:spPr>
            <a:xfrm>
              <a:off x="13575746" y="4064692"/>
              <a:ext cx="2092179" cy="2092179"/>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rotWithShape="1">
              <a:blip r:embed="rId4">
                <a:alphaModFix/>
              </a:blip>
              <a:stretch>
                <a:fillRect b="-9184" l="-112021" r="0" t="-32068"/>
              </a:stretch>
            </a:blipFill>
            <a:ln cap="sq" cmpd="sng" w="171450">
              <a:solidFill>
                <a:srgbClr val="F3F3F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4" name="Google Shape;314;p34"/>
            <p:cNvSpPr txBox="1"/>
            <p:nvPr/>
          </p:nvSpPr>
          <p:spPr>
            <a:xfrm>
              <a:off x="1473814" y="6593488"/>
              <a:ext cx="4378000" cy="56692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Arial"/>
                  <a:ea typeface="Arial"/>
                  <a:cs typeface="Arial"/>
                  <a:sym typeface="Arial"/>
                </a:rPr>
                <a:t>Demo 1</a:t>
              </a:r>
              <a:endParaRPr/>
            </a:p>
          </p:txBody>
        </p:sp>
        <p:sp>
          <p:nvSpPr>
            <p:cNvPr id="315" name="Google Shape;315;p34"/>
            <p:cNvSpPr txBox="1"/>
            <p:nvPr/>
          </p:nvSpPr>
          <p:spPr>
            <a:xfrm>
              <a:off x="7481903" y="6593488"/>
              <a:ext cx="3324191" cy="56692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Arial"/>
                  <a:ea typeface="Arial"/>
                  <a:cs typeface="Arial"/>
                  <a:sym typeface="Arial"/>
                </a:rPr>
                <a:t>Demo 2</a:t>
              </a:r>
              <a:endParaRPr/>
            </a:p>
          </p:txBody>
        </p:sp>
        <p:sp>
          <p:nvSpPr>
            <p:cNvPr id="316" name="Google Shape;316;p34"/>
            <p:cNvSpPr txBox="1"/>
            <p:nvPr/>
          </p:nvSpPr>
          <p:spPr>
            <a:xfrm>
              <a:off x="12436186" y="6593488"/>
              <a:ext cx="4378000" cy="566926"/>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None/>
              </a:pPr>
              <a:r>
                <a:rPr b="1" i="0" lang="en-US" sz="1800" u="none" cap="none" strike="noStrike">
                  <a:solidFill>
                    <a:srgbClr val="FFFFFF"/>
                  </a:solidFill>
                  <a:latin typeface="Arial"/>
                  <a:ea typeface="Arial"/>
                  <a:cs typeface="Arial"/>
                  <a:sym typeface="Arial"/>
                </a:rPr>
                <a:t>Demo 3</a:t>
              </a:r>
              <a:endParaRPr/>
            </a:p>
          </p:txBody>
        </p:sp>
      </p:grpSp>
      <p:sp>
        <p:nvSpPr>
          <p:cNvPr id="317" name="Google Shape;317;p34"/>
          <p:cNvSpPr/>
          <p:nvPr/>
        </p:nvSpPr>
        <p:spPr>
          <a:xfrm>
            <a:off x="4173813" y="1575981"/>
            <a:ext cx="1053226" cy="1053226"/>
          </a:xfrm>
          <a:custGeom>
            <a:rect b="b" l="l" r="r" t="t"/>
            <a:pathLst>
              <a:path extrusionOk="0" h="812800" w="812800">
                <a:moveTo>
                  <a:pt x="574675" y="0"/>
                </a:moveTo>
                <a:lnTo>
                  <a:pt x="812800" y="238125"/>
                </a:lnTo>
                <a:lnTo>
                  <a:pt x="812800" y="574675"/>
                </a:lnTo>
                <a:lnTo>
                  <a:pt x="574675" y="812800"/>
                </a:lnTo>
                <a:lnTo>
                  <a:pt x="238125" y="812800"/>
                </a:lnTo>
                <a:lnTo>
                  <a:pt x="0" y="574675"/>
                </a:lnTo>
                <a:lnTo>
                  <a:pt x="0" y="238125"/>
                </a:lnTo>
                <a:lnTo>
                  <a:pt x="238125" y="0"/>
                </a:lnTo>
                <a:lnTo>
                  <a:pt x="574675" y="0"/>
                </a:lnTo>
                <a:close/>
              </a:path>
            </a:pathLst>
          </a:custGeom>
          <a:blipFill rotWithShape="1">
            <a:blip r:embed="rId5">
              <a:alphaModFix/>
            </a:blip>
            <a:stretch>
              <a:fillRect b="0" l="-39743" r="-10344" t="0"/>
            </a:stretch>
          </a:blipFill>
          <a:ln cap="sq" cmpd="sng" w="171450">
            <a:solidFill>
              <a:srgbClr val="F3F3F3"/>
            </a:solidFill>
            <a:prstDash val="solid"/>
            <a:miter lim="8000"/>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34"/>
          <p:cNvSpPr txBox="1"/>
          <p:nvPr/>
        </p:nvSpPr>
        <p:spPr>
          <a:xfrm>
            <a:off x="228600" y="1135542"/>
            <a:ext cx="8741229" cy="27699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800" u="none" cap="none" strike="noStrike">
                <a:solidFill>
                  <a:srgbClr val="000000"/>
                </a:solidFill>
                <a:latin typeface="Arial"/>
                <a:ea typeface="Arial"/>
                <a:cs typeface="Arial"/>
                <a:sym typeface="Arial"/>
              </a:rPr>
              <a:t>Here’s the list of some demo of the projects -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pic>
        <p:nvPicPr>
          <p:cNvPr id="323" name="Google Shape;323;p35"/>
          <p:cNvPicPr preferRelativeResize="0"/>
          <p:nvPr/>
        </p:nvPicPr>
        <p:blipFill rotWithShape="1">
          <a:blip r:embed="rId3">
            <a:alphaModFix/>
          </a:blip>
          <a:srcRect b="0" l="0" r="0" t="0"/>
          <a:stretch/>
        </p:blipFill>
        <p:spPr>
          <a:xfrm>
            <a:off x="1054615" y="1231519"/>
            <a:ext cx="7034769" cy="3384023"/>
          </a:xfrm>
          <a:prstGeom prst="rect">
            <a:avLst/>
          </a:prstGeom>
          <a:noFill/>
          <a:ln>
            <a:noFill/>
          </a:ln>
        </p:spPr>
      </p:pic>
      <p:sp>
        <p:nvSpPr>
          <p:cNvPr id="324" name="Google Shape;324;p35"/>
          <p:cNvSpPr txBox="1"/>
          <p:nvPr/>
        </p:nvSpPr>
        <p:spPr>
          <a:xfrm>
            <a:off x="130628" y="614731"/>
            <a:ext cx="8520600" cy="43088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None/>
            </a:pPr>
            <a:r>
              <a:rPr b="1" i="0" lang="en-US" sz="2200" u="none" cap="none" strike="noStrike">
                <a:solidFill>
                  <a:srgbClr val="002060"/>
                </a:solidFill>
                <a:latin typeface="Arial"/>
                <a:ea typeface="Arial"/>
                <a:cs typeface="Arial"/>
                <a:sym typeface="Arial"/>
              </a:rPr>
              <a:t>Video of Project Demo</a:t>
            </a:r>
            <a:endParaRPr b="1" i="0" sz="2200" u="none" cap="none" strike="noStrike">
              <a:solidFill>
                <a:srgbClr val="002060"/>
              </a:solidFill>
              <a:latin typeface="Arial"/>
              <a:ea typeface="Arial"/>
              <a:cs typeface="Arial"/>
              <a:sym typeface="Arial"/>
            </a:endParaRPr>
          </a:p>
        </p:txBody>
      </p:sp>
      <p:pic>
        <p:nvPicPr>
          <p:cNvPr id="325" name="Google Shape;325;p35" title="seashell rarity predictor 2.mp4">
            <a:hlinkClick r:id="rId4"/>
          </p:cNvPr>
          <p:cNvPicPr preferRelativeResize="0"/>
          <p:nvPr/>
        </p:nvPicPr>
        <p:blipFill>
          <a:blip r:embed="rId5">
            <a:alphaModFix/>
          </a:blip>
          <a:stretch>
            <a:fillRect/>
          </a:stretch>
        </p:blipFill>
        <p:spPr>
          <a:xfrm>
            <a:off x="719875" y="998700"/>
            <a:ext cx="7369501" cy="3930936"/>
          </a:xfrm>
          <a:prstGeom prst="rect">
            <a:avLst/>
          </a:prstGeom>
          <a:noFill/>
          <a:ln>
            <a:noFill/>
          </a:ln>
          <a:effectLst>
            <a:outerShdw blurRad="57150" rotWithShape="0" algn="bl" dir="5400000" dist="19050">
              <a:srgbClr val="000000">
                <a:alpha val="50000"/>
              </a:srgbClr>
            </a:outerShdw>
          </a:effectLst>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3"/>
                                        </p:tgtEl>
                                        <p:attrNameLst>
                                          <p:attrName>style.visibility</p:attrName>
                                        </p:attrNameLst>
                                      </p:cBhvr>
                                      <p:to>
                                        <p:strVal val="visible"/>
                                      </p:to>
                                    </p:set>
                                    <p:animEffect filter="fade" transition="in">
                                      <p:cBhvr>
                                        <p:cTn dur="5000"/>
                                        <p:tgtEl>
                                          <p:spTgt spid="32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5"/>
                                        </p:tgtEl>
                                        <p:attrNameLst>
                                          <p:attrName>style.visibility</p:attrName>
                                        </p:attrNameLst>
                                      </p:cBhvr>
                                      <p:to>
                                        <p:strVal val="visible"/>
                                      </p:to>
                                    </p:set>
                                    <p:animEffect filter="fade" transition="in">
                                      <p:cBhvr>
                                        <p:cTn dur="1000"/>
                                        <p:tgtEl>
                                          <p:spTgt spid="3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9" name="Shape 329"/>
        <p:cNvGrpSpPr/>
        <p:nvPr/>
      </p:nvGrpSpPr>
      <p:grpSpPr>
        <a:xfrm>
          <a:off x="0" y="0"/>
          <a:ext cx="0" cy="0"/>
          <a:chOff x="0" y="0"/>
          <a:chExt cx="0" cy="0"/>
        </a:xfrm>
      </p:grpSpPr>
      <p:sp>
        <p:nvSpPr>
          <p:cNvPr id="330" name="Google Shape;330;p36"/>
          <p:cNvSpPr txBox="1"/>
          <p:nvPr>
            <p:ph type="title"/>
          </p:nvPr>
        </p:nvSpPr>
        <p:spPr>
          <a:xfrm>
            <a:off x="130629" y="648607"/>
            <a:ext cx="2416628" cy="3970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Conclusion</a:t>
            </a:r>
            <a:endParaRPr b="1" sz="2200">
              <a:solidFill>
                <a:srgbClr val="002060"/>
              </a:solidFill>
              <a:latin typeface="Arial"/>
              <a:ea typeface="Arial"/>
              <a:cs typeface="Arial"/>
              <a:sym typeface="Arial"/>
            </a:endParaRPr>
          </a:p>
        </p:txBody>
      </p:sp>
      <p:sp>
        <p:nvSpPr>
          <p:cNvPr id="331" name="Google Shape;331;p36"/>
          <p:cNvSpPr txBox="1"/>
          <p:nvPr/>
        </p:nvSpPr>
        <p:spPr>
          <a:xfrm>
            <a:off x="228601" y="1135323"/>
            <a:ext cx="4343399" cy="3693319"/>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2400" u="none" cap="none" strike="noStrike">
                <a:solidFill>
                  <a:srgbClr val="000000"/>
                </a:solidFill>
                <a:latin typeface="Times New Roman"/>
                <a:ea typeface="Times New Roman"/>
                <a:cs typeface="Times New Roman"/>
                <a:sym typeface="Times New Roman"/>
              </a:rPr>
              <a:t>The </a:t>
            </a:r>
            <a:r>
              <a:rPr b="0" i="1" lang="en-US" sz="2400" u="none" cap="none" strike="noStrike">
                <a:solidFill>
                  <a:srgbClr val="000000"/>
                </a:solidFill>
                <a:latin typeface="Times New Roman"/>
                <a:ea typeface="Times New Roman"/>
                <a:cs typeface="Times New Roman"/>
                <a:sym typeface="Times New Roman"/>
              </a:rPr>
              <a:t>Seashell Rarity Predictor</a:t>
            </a:r>
            <a:r>
              <a:rPr b="0" i="0" lang="en-US" sz="2400" u="none" cap="none" strike="noStrike">
                <a:solidFill>
                  <a:srgbClr val="000000"/>
                </a:solidFill>
                <a:latin typeface="Times New Roman"/>
                <a:ea typeface="Times New Roman"/>
                <a:cs typeface="Times New Roman"/>
                <a:sym typeface="Times New Roman"/>
              </a:rPr>
              <a:t> successfully automates seashell identification using machine learning. It delivers accurate rarity predictions and provides a convenient solution for marine researchers and collectors. The system reduces dependency on manual expertise and speeds up identification processes.</a:t>
            </a:r>
            <a:endParaRPr b="0" i="0" sz="2400" u="none" cap="none" strike="noStrike">
              <a:solidFill>
                <a:srgbClr val="000000"/>
              </a:solidFill>
              <a:latin typeface="Times New Roman"/>
              <a:ea typeface="Times New Roman"/>
              <a:cs typeface="Times New Roman"/>
              <a:sym typeface="Times New Roman"/>
            </a:endParaRPr>
          </a:p>
        </p:txBody>
      </p:sp>
      <p:pic>
        <p:nvPicPr>
          <p:cNvPr descr="A blue circle with a pencil and paper with a star on it&#10;&#10;AI-generated content may be incorrect." id="332" name="Google Shape;332;p36"/>
          <p:cNvPicPr preferRelativeResize="0"/>
          <p:nvPr/>
        </p:nvPicPr>
        <p:blipFill rotWithShape="1">
          <a:blip r:embed="rId3">
            <a:alphaModFix/>
          </a:blip>
          <a:srcRect b="15397" l="25397" r="26825" t="26296"/>
          <a:stretch/>
        </p:blipFill>
        <p:spPr>
          <a:xfrm>
            <a:off x="5800727" y="1135323"/>
            <a:ext cx="2675590" cy="326522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37"/>
          <p:cNvSpPr txBox="1"/>
          <p:nvPr>
            <p:ph type="title"/>
          </p:nvPr>
        </p:nvSpPr>
        <p:spPr>
          <a:xfrm>
            <a:off x="122464" y="646906"/>
            <a:ext cx="2604407" cy="397032"/>
          </a:xfrm>
          <a:prstGeom prst="rect">
            <a:avLst/>
          </a:prstGeom>
          <a:noFill/>
          <a:ln>
            <a:noFill/>
          </a:ln>
        </p:spPr>
        <p:txBody>
          <a:bodyPr anchorCtr="0" anchor="t" bIns="45700" lIns="91425" spcFirstLastPara="1" rIns="91425" wrap="square" tIns="45700">
            <a:spAutoFit/>
          </a:bodyPr>
          <a:lstStyle/>
          <a:p>
            <a:pPr indent="0" lvl="0" marL="0" marR="0" rtl="0" algn="l">
              <a:lnSpc>
                <a:spcPct val="90000"/>
              </a:lnSpc>
              <a:spcBef>
                <a:spcPts val="0"/>
              </a:spcBef>
              <a:spcAft>
                <a:spcPts val="0"/>
              </a:spcAft>
              <a:buClr>
                <a:srgbClr val="002060"/>
              </a:buClr>
              <a:buSzPts val="2200"/>
              <a:buFont typeface="Arial"/>
              <a:buNone/>
            </a:pPr>
            <a:r>
              <a:rPr b="1" lang="en-US" sz="2200">
                <a:solidFill>
                  <a:srgbClr val="002060"/>
                </a:solidFill>
                <a:latin typeface="Arial"/>
                <a:ea typeface="Arial"/>
                <a:cs typeface="Arial"/>
                <a:sym typeface="Arial"/>
              </a:rPr>
              <a:t>Future Scope</a:t>
            </a:r>
            <a:endParaRPr b="1" sz="2200">
              <a:solidFill>
                <a:srgbClr val="002060"/>
              </a:solidFill>
              <a:latin typeface="Arial"/>
              <a:ea typeface="Arial"/>
              <a:cs typeface="Arial"/>
              <a:sym typeface="Arial"/>
            </a:endParaRPr>
          </a:p>
        </p:txBody>
      </p:sp>
      <p:pic>
        <p:nvPicPr>
          <p:cNvPr descr="A blue and black head with a light bulb inside&#10;&#10;AI-generated content may be incorrect." id="338" name="Google Shape;338;p37"/>
          <p:cNvPicPr preferRelativeResize="0"/>
          <p:nvPr/>
        </p:nvPicPr>
        <p:blipFill rotWithShape="1">
          <a:blip r:embed="rId3">
            <a:alphaModFix/>
          </a:blip>
          <a:srcRect b="15237" l="10476" r="9681" t="0"/>
          <a:stretch/>
        </p:blipFill>
        <p:spPr>
          <a:xfrm>
            <a:off x="5527222" y="1181907"/>
            <a:ext cx="3024104" cy="3210479"/>
          </a:xfrm>
          <a:prstGeom prst="rect">
            <a:avLst/>
          </a:prstGeom>
          <a:noFill/>
          <a:ln>
            <a:noFill/>
          </a:ln>
        </p:spPr>
      </p:pic>
      <p:sp>
        <p:nvSpPr>
          <p:cNvPr id="339" name="Google Shape;339;p37"/>
          <p:cNvSpPr txBox="1"/>
          <p:nvPr/>
        </p:nvSpPr>
        <p:spPr>
          <a:xfrm>
            <a:off x="228600" y="1294200"/>
            <a:ext cx="5232300" cy="323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Expand dataset with more seashell species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Improve accuracy with advanced deep learning models (e.g., Vision Transformers)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Add mobile app support with offline prediction</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Integrate geolocation for mapping shell occurrences</a:t>
            </a:r>
            <a:br>
              <a:rPr lang="en-US" sz="1800">
                <a:latin typeface="Times New Roman"/>
                <a:ea typeface="Times New Roman"/>
                <a:cs typeface="Times New Roman"/>
                <a:sym typeface="Times New Roman"/>
              </a:rPr>
            </a:br>
            <a:endParaRPr sz="1800">
              <a:latin typeface="Times New Roman"/>
              <a:ea typeface="Times New Roman"/>
              <a:cs typeface="Times New Roman"/>
              <a:sym typeface="Times New Roman"/>
            </a:endParaRPr>
          </a:p>
          <a:p>
            <a:pPr indent="0" lvl="0" marL="0" rtl="0" algn="l">
              <a:spcBef>
                <a:spcPts val="0"/>
              </a:spcBef>
              <a:spcAft>
                <a:spcPts val="0"/>
              </a:spcAft>
              <a:buClr>
                <a:schemeClr val="dk1"/>
              </a:buClr>
              <a:buSzPts val="1100"/>
              <a:buFont typeface="Arial"/>
              <a:buNone/>
            </a:pPr>
            <a:r>
              <a:rPr lang="en-US" sz="1800">
                <a:latin typeface="Times New Roman"/>
                <a:ea typeface="Times New Roman"/>
                <a:cs typeface="Times New Roman"/>
                <a:sym typeface="Times New Roman"/>
              </a:rPr>
              <a:t>Provide conservation status and ecological insights</a:t>
            </a:r>
            <a:endParaRPr sz="1800">
              <a:latin typeface="Times New Roman"/>
              <a:ea typeface="Times New Roman"/>
              <a:cs typeface="Times New Roman"/>
              <a:sym typeface="Times New Roman"/>
            </a:endParaRPr>
          </a:p>
          <a:p>
            <a:pPr indent="0" lvl="0" marL="0" rtl="0" algn="l">
              <a:spcBef>
                <a:spcPts val="0"/>
              </a:spcBef>
              <a:spcAft>
                <a:spcPts val="0"/>
              </a:spcAft>
              <a:buNone/>
            </a:pPr>
            <a:r>
              <a:t/>
            </a:r>
            <a:endParaRPr sz="1800">
              <a:latin typeface="Times New Roman"/>
              <a:ea typeface="Times New Roman"/>
              <a:cs typeface="Times New Roman"/>
              <a:sym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38"/>
          <p:cNvSpPr txBox="1"/>
          <p:nvPr/>
        </p:nvSpPr>
        <p:spPr>
          <a:xfrm>
            <a:off x="2632982" y="1781046"/>
            <a:ext cx="3878036" cy="1175065"/>
          </a:xfrm>
          <a:prstGeom prst="rect">
            <a:avLst/>
          </a:prstGeom>
          <a:noFill/>
          <a:ln>
            <a:noFill/>
          </a:ln>
        </p:spPr>
        <p:txBody>
          <a:bodyPr anchorCtr="0" anchor="t" bIns="0" lIns="0" spcFirstLastPara="1" rIns="0" wrap="square" tIns="0">
            <a:spAutoFit/>
          </a:bodyPr>
          <a:lstStyle/>
          <a:p>
            <a:pPr indent="0" lvl="0" marL="0" marR="0" rtl="0" algn="ctr">
              <a:lnSpc>
                <a:spcPct val="213720"/>
              </a:lnSpc>
              <a:spcBef>
                <a:spcPts val="0"/>
              </a:spcBef>
              <a:spcAft>
                <a:spcPts val="0"/>
              </a:spcAft>
              <a:buNone/>
            </a:pPr>
            <a:r>
              <a:rPr b="1" i="0" lang="en-US" sz="5000" u="none" cap="none" strike="noStrike">
                <a:solidFill>
                  <a:srgbClr val="0D358D"/>
                </a:solidFill>
                <a:latin typeface="Arial"/>
                <a:ea typeface="Arial"/>
                <a:cs typeface="Arial"/>
                <a:sym typeface="Arial"/>
              </a:rPr>
              <a:t>Thank You</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